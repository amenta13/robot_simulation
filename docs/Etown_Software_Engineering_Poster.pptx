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6"/>
  </p:notesMasterIdLst>
  <p:sldIdLst>
    <p:sldId id="256" r:id="rId5"/>
  </p:sldIdLst>
  <p:sldSz cx="21945600" cy="29260800"/>
  <p:notesSz cx="6858000" cy="9144000"/>
  <p:defaultTextStyle>
    <a:defPPr>
      <a:defRPr lang="en-US"/>
    </a:defPPr>
    <a:lvl1pPr algn="l" defTabSz="1939662" rtl="0" fontAlgn="base">
      <a:spcBef>
        <a:spcPct val="0"/>
      </a:spcBef>
      <a:spcAft>
        <a:spcPct val="0"/>
      </a:spcAft>
      <a:defRPr sz="3838" kern="1200">
        <a:solidFill>
          <a:schemeClr val="tx1"/>
        </a:solidFill>
        <a:latin typeface="Arial" charset="0"/>
        <a:ea typeface="+mn-ea"/>
        <a:cs typeface="+mn-cs"/>
      </a:defRPr>
    </a:lvl1pPr>
    <a:lvl2pPr marL="969831" indent="-686841" algn="l" defTabSz="1939662" rtl="0" fontAlgn="base">
      <a:spcBef>
        <a:spcPct val="0"/>
      </a:spcBef>
      <a:spcAft>
        <a:spcPct val="0"/>
      </a:spcAft>
      <a:defRPr sz="3838" kern="1200">
        <a:solidFill>
          <a:schemeClr val="tx1"/>
        </a:solidFill>
        <a:latin typeface="Arial" charset="0"/>
        <a:ea typeface="+mn-ea"/>
        <a:cs typeface="+mn-cs"/>
      </a:defRPr>
    </a:lvl2pPr>
    <a:lvl3pPr marL="1939662" indent="-1373682" algn="l" defTabSz="1939662" rtl="0" fontAlgn="base">
      <a:spcBef>
        <a:spcPct val="0"/>
      </a:spcBef>
      <a:spcAft>
        <a:spcPct val="0"/>
      </a:spcAft>
      <a:defRPr sz="3838" kern="1200">
        <a:solidFill>
          <a:schemeClr val="tx1"/>
        </a:solidFill>
        <a:latin typeface="Arial" charset="0"/>
        <a:ea typeface="+mn-ea"/>
        <a:cs typeface="+mn-cs"/>
      </a:defRPr>
    </a:lvl3pPr>
    <a:lvl4pPr marL="2910475" indent="-2061505" algn="l" defTabSz="1939662" rtl="0" fontAlgn="base">
      <a:spcBef>
        <a:spcPct val="0"/>
      </a:spcBef>
      <a:spcAft>
        <a:spcPct val="0"/>
      </a:spcAft>
      <a:defRPr sz="3838" kern="1200">
        <a:solidFill>
          <a:schemeClr val="tx1"/>
        </a:solidFill>
        <a:latin typeface="Arial" charset="0"/>
        <a:ea typeface="+mn-ea"/>
        <a:cs typeface="+mn-cs"/>
      </a:defRPr>
    </a:lvl4pPr>
    <a:lvl5pPr marL="3880306" indent="-2748346" algn="l" defTabSz="1939662" rtl="0" fontAlgn="base">
      <a:spcBef>
        <a:spcPct val="0"/>
      </a:spcBef>
      <a:spcAft>
        <a:spcPct val="0"/>
      </a:spcAft>
      <a:defRPr sz="3838" kern="1200">
        <a:solidFill>
          <a:schemeClr val="tx1"/>
        </a:solidFill>
        <a:latin typeface="Arial" charset="0"/>
        <a:ea typeface="+mn-ea"/>
        <a:cs typeface="+mn-cs"/>
      </a:defRPr>
    </a:lvl5pPr>
    <a:lvl6pPr marL="1414951" algn="l" defTabSz="565980" rtl="0" eaLnBrk="1" latinLnBrk="0" hangingPunct="1">
      <a:defRPr sz="3838" kern="1200">
        <a:solidFill>
          <a:schemeClr val="tx1"/>
        </a:solidFill>
        <a:latin typeface="Arial" charset="0"/>
        <a:ea typeface="+mn-ea"/>
        <a:cs typeface="+mn-cs"/>
      </a:defRPr>
    </a:lvl6pPr>
    <a:lvl7pPr marL="1697941" algn="l" defTabSz="565980" rtl="0" eaLnBrk="1" latinLnBrk="0" hangingPunct="1">
      <a:defRPr sz="3838" kern="1200">
        <a:solidFill>
          <a:schemeClr val="tx1"/>
        </a:solidFill>
        <a:latin typeface="Arial" charset="0"/>
        <a:ea typeface="+mn-ea"/>
        <a:cs typeface="+mn-cs"/>
      </a:defRPr>
    </a:lvl7pPr>
    <a:lvl8pPr marL="1980931" algn="l" defTabSz="565980" rtl="0" eaLnBrk="1" latinLnBrk="0" hangingPunct="1">
      <a:defRPr sz="3838" kern="1200">
        <a:solidFill>
          <a:schemeClr val="tx1"/>
        </a:solidFill>
        <a:latin typeface="Arial" charset="0"/>
        <a:ea typeface="+mn-ea"/>
        <a:cs typeface="+mn-cs"/>
      </a:defRPr>
    </a:lvl8pPr>
    <a:lvl9pPr marL="2263921" algn="l" defTabSz="565980" rtl="0" eaLnBrk="1" latinLnBrk="0" hangingPunct="1">
      <a:defRPr sz="3838"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9216" userDrawn="1">
          <p15:clr>
            <a:srgbClr val="A4A3A4"/>
          </p15:clr>
        </p15:guide>
        <p15:guide id="2" pos="691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degoedek" initials="kdg" lastIdx="2"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C8C8C8"/>
    <a:srgbClr val="3DB5E6"/>
    <a:srgbClr val="E1261C"/>
    <a:srgbClr val="004B87"/>
    <a:srgbClr val="3FB4E5"/>
    <a:srgbClr val="0A2240"/>
    <a:srgbClr val="004B98"/>
    <a:srgbClr val="101B2C"/>
    <a:srgbClr val="FFFFFF"/>
    <a:srgbClr val="0045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3C470D2-98B2-F6B1-04E1-B3F9791C0F13}" v="1367" dt="2025-12-10T20:02:51.935"/>
    <p1510:client id="{9CACFDFF-FDA0-02DC-9DA9-B2D9B608A7A8}" v="9" dt="2025-12-11T14:47:35.244"/>
    <p1510:client id="{B02DA858-2B5E-0B7D-9DA2-8B38B4DA8234}" v="245" dt="2025-12-10T22:00:54.207"/>
    <p1510:client id="{DA56A6E9-643B-DF4A-0C12-1D9F7E413DB1}" v="459" dt="2025-12-10T19:34:13.40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21" d="100"/>
          <a:sy n="21" d="100"/>
        </p:scale>
        <p:origin x="1016" y="40"/>
      </p:cViewPr>
      <p:guideLst>
        <p:guide orient="horz" pos="9216"/>
        <p:guide pos="6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commentAuthors" Target="commentAuthor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A0289FA-5C8D-47D8-9AF4-5913895D4286}" type="datetimeFigureOut">
              <a:rPr lang="en-US" smtClean="0"/>
              <a:pPr/>
              <a:t>12/11/2025</a:t>
            </a:fld>
            <a:endParaRPr lang="en-US"/>
          </a:p>
        </p:txBody>
      </p:sp>
      <p:sp>
        <p:nvSpPr>
          <p:cNvPr id="4" name="Slide Image Placeholder 3"/>
          <p:cNvSpPr>
            <a:spLocks noGrp="1" noRot="1" noChangeAspect="1"/>
          </p:cNvSpPr>
          <p:nvPr>
            <p:ph type="sldImg" idx="2"/>
          </p:nvPr>
        </p:nvSpPr>
        <p:spPr>
          <a:xfrm>
            <a:off x="2143125" y="685800"/>
            <a:ext cx="257175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A6CD70C-2E8E-49A7-BA2C-C0D26D39C4C7}" type="slidenum">
              <a:rPr lang="en-US" smtClean="0"/>
              <a:pPr/>
              <a:t>‹#›</a:t>
            </a:fld>
            <a:endParaRPr lang="en-US"/>
          </a:p>
        </p:txBody>
      </p:sp>
    </p:spTree>
    <p:extLst>
      <p:ext uri="{BB962C8B-B14F-4D97-AF65-F5344CB8AC3E}">
        <p14:creationId xmlns:p14="http://schemas.microsoft.com/office/powerpoint/2010/main" val="620869821"/>
      </p:ext>
    </p:extLst>
  </p:cSld>
  <p:clrMap bg1="lt1" tx1="dk1" bg2="lt2" tx2="dk2" accent1="accent1" accent2="accent2" accent3="accent3" accent4="accent4" accent5="accent5" accent6="accent6" hlink="hlink" folHlink="folHlink"/>
  <p:notesStyle>
    <a:lvl1pPr marL="0" algn="l" defTabSz="566014" rtl="0" eaLnBrk="1" latinLnBrk="0" hangingPunct="1">
      <a:defRPr sz="743" kern="1200">
        <a:solidFill>
          <a:schemeClr val="tx1"/>
        </a:solidFill>
        <a:latin typeface="+mn-lt"/>
        <a:ea typeface="+mn-ea"/>
        <a:cs typeface="+mn-cs"/>
      </a:defRPr>
    </a:lvl1pPr>
    <a:lvl2pPr marL="283007" algn="l" defTabSz="566014" rtl="0" eaLnBrk="1" latinLnBrk="0" hangingPunct="1">
      <a:defRPr sz="743" kern="1200">
        <a:solidFill>
          <a:schemeClr val="tx1"/>
        </a:solidFill>
        <a:latin typeface="+mn-lt"/>
        <a:ea typeface="+mn-ea"/>
        <a:cs typeface="+mn-cs"/>
      </a:defRPr>
    </a:lvl2pPr>
    <a:lvl3pPr marL="566014" algn="l" defTabSz="566014" rtl="0" eaLnBrk="1" latinLnBrk="0" hangingPunct="1">
      <a:defRPr sz="743" kern="1200">
        <a:solidFill>
          <a:schemeClr val="tx1"/>
        </a:solidFill>
        <a:latin typeface="+mn-lt"/>
        <a:ea typeface="+mn-ea"/>
        <a:cs typeface="+mn-cs"/>
      </a:defRPr>
    </a:lvl3pPr>
    <a:lvl4pPr marL="849020" algn="l" defTabSz="566014" rtl="0" eaLnBrk="1" latinLnBrk="0" hangingPunct="1">
      <a:defRPr sz="743" kern="1200">
        <a:solidFill>
          <a:schemeClr val="tx1"/>
        </a:solidFill>
        <a:latin typeface="+mn-lt"/>
        <a:ea typeface="+mn-ea"/>
        <a:cs typeface="+mn-cs"/>
      </a:defRPr>
    </a:lvl4pPr>
    <a:lvl5pPr marL="1132027" algn="l" defTabSz="566014" rtl="0" eaLnBrk="1" latinLnBrk="0" hangingPunct="1">
      <a:defRPr sz="743" kern="1200">
        <a:solidFill>
          <a:schemeClr val="tx1"/>
        </a:solidFill>
        <a:latin typeface="+mn-lt"/>
        <a:ea typeface="+mn-ea"/>
        <a:cs typeface="+mn-cs"/>
      </a:defRPr>
    </a:lvl5pPr>
    <a:lvl6pPr marL="1415034" algn="l" defTabSz="566014" rtl="0" eaLnBrk="1" latinLnBrk="0" hangingPunct="1">
      <a:defRPr sz="743" kern="1200">
        <a:solidFill>
          <a:schemeClr val="tx1"/>
        </a:solidFill>
        <a:latin typeface="+mn-lt"/>
        <a:ea typeface="+mn-ea"/>
        <a:cs typeface="+mn-cs"/>
      </a:defRPr>
    </a:lvl6pPr>
    <a:lvl7pPr marL="1698041" algn="l" defTabSz="566014" rtl="0" eaLnBrk="1" latinLnBrk="0" hangingPunct="1">
      <a:defRPr sz="743" kern="1200">
        <a:solidFill>
          <a:schemeClr val="tx1"/>
        </a:solidFill>
        <a:latin typeface="+mn-lt"/>
        <a:ea typeface="+mn-ea"/>
        <a:cs typeface="+mn-cs"/>
      </a:defRPr>
    </a:lvl7pPr>
    <a:lvl8pPr marL="1981048" algn="l" defTabSz="566014" rtl="0" eaLnBrk="1" latinLnBrk="0" hangingPunct="1">
      <a:defRPr sz="743" kern="1200">
        <a:solidFill>
          <a:schemeClr val="tx1"/>
        </a:solidFill>
        <a:latin typeface="+mn-lt"/>
        <a:ea typeface="+mn-ea"/>
        <a:cs typeface="+mn-cs"/>
      </a:defRPr>
    </a:lvl8pPr>
    <a:lvl9pPr marL="2264054" algn="l" defTabSz="566014" rtl="0" eaLnBrk="1" latinLnBrk="0" hangingPunct="1">
      <a:defRPr sz="743"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43125" y="685800"/>
            <a:ext cx="2571750" cy="3429000"/>
          </a:xfrm>
        </p:spPr>
      </p:sp>
      <p:sp>
        <p:nvSpPr>
          <p:cNvPr id="3" name="Notes Placeholder 2"/>
          <p:cNvSpPr>
            <a:spLocks noGrp="1"/>
          </p:cNvSpPr>
          <p:nvPr>
            <p:ph type="body" idx="1"/>
          </p:nvPr>
        </p:nvSpPr>
        <p:spPr/>
        <p:txBody>
          <a:bodyPr>
            <a:normAutofit/>
          </a:bodyPr>
          <a:lstStyle/>
          <a:p>
            <a:r>
              <a:rPr lang="en-US" sz="800">
                <a:solidFill>
                  <a:schemeClr val="bg1"/>
                </a:solidFill>
              </a:rPr>
              <a:t>Introduction. Include the student name, company name, internship location, internship position, and internship dates. Also note the course rubric and number, course title, and instructor(s). In addition, describe how you secured the internship.</a:t>
            </a:r>
          </a:p>
          <a:p>
            <a:r>
              <a:rPr lang="en-US" sz="800">
                <a:solidFill>
                  <a:schemeClr val="bg1"/>
                </a:solidFill>
              </a:rPr>
              <a:t>Abstract. The abstract should provide a concise summary of what was done and learned in the internship and the course.</a:t>
            </a:r>
          </a:p>
          <a:p>
            <a:r>
              <a:rPr lang="en-US" sz="800">
                <a:solidFill>
                  <a:schemeClr val="bg1"/>
                </a:solidFill>
              </a:rPr>
              <a:t>Learning Objectives. List 2 to 5 learning objectives that you had planned to achieve by completing the internship.</a:t>
            </a:r>
          </a:p>
          <a:p>
            <a:r>
              <a:rPr lang="en-US" sz="800">
                <a:solidFill>
                  <a:schemeClr val="bg1"/>
                </a:solidFill>
              </a:rPr>
              <a:t>Description of Key Responsibilities. Summarize the major responsibilities, activities, and project(s) completed during the internship.</a:t>
            </a:r>
          </a:p>
          <a:p>
            <a:r>
              <a:rPr lang="en-US" sz="800">
                <a:solidFill>
                  <a:schemeClr val="bg1"/>
                </a:solidFill>
              </a:rPr>
              <a:t>Application of VWU courses to the internship. Explain how your coursework  helped with the internship. Link relevant courses, theories, and concepts to their applications within the internship.</a:t>
            </a:r>
          </a:p>
          <a:p>
            <a:r>
              <a:rPr lang="en-US" sz="800">
                <a:solidFill>
                  <a:schemeClr val="bg1"/>
                </a:solidFill>
              </a:rPr>
              <a:t>Lessons Learned. Explain what you learned about the industry, the company, the career process, and yourself through the internship experience.</a:t>
            </a:r>
          </a:p>
          <a:p>
            <a:r>
              <a:rPr lang="en-US" sz="800">
                <a:solidFill>
                  <a:schemeClr val="bg1"/>
                </a:solidFill>
              </a:rPr>
              <a:t>Acknowledgements. Recognize the people who helped you, including the internship site supervisor, the course instructor, and mentors. Include full titles in the acknowledgements. In addition, acknowledge funding sources.</a:t>
            </a:r>
          </a:p>
          <a:p>
            <a:r>
              <a:rPr lang="en-US" sz="800">
                <a:solidFill>
                  <a:schemeClr val="bg1"/>
                </a:solidFill>
              </a:rPr>
              <a:t>Visuals. Incorporate visual aids to illustrate key points. Be sure to label all visuals. Include: names, dates, locations, and photographers. Do not include photographs of children unless you have secured approval from your site supervisor to use the children’s images.</a:t>
            </a:r>
          </a:p>
          <a:p>
            <a:endParaRPr lang="en-US"/>
          </a:p>
        </p:txBody>
      </p:sp>
      <p:sp>
        <p:nvSpPr>
          <p:cNvPr id="4" name="Slide Number Placeholder 3"/>
          <p:cNvSpPr>
            <a:spLocks noGrp="1"/>
          </p:cNvSpPr>
          <p:nvPr>
            <p:ph type="sldNum" sz="quarter" idx="10"/>
          </p:nvPr>
        </p:nvSpPr>
        <p:spPr/>
        <p:txBody>
          <a:bodyPr/>
          <a:lstStyle/>
          <a:p>
            <a:fld id="{FA6CD70C-2E8E-49A7-BA2C-C0D26D39C4C7}" type="slidenum">
              <a:rPr lang="en-US" smtClean="0"/>
              <a:pPr/>
              <a:t>1</a:t>
            </a:fld>
            <a:endParaRPr lang="en-US"/>
          </a:p>
        </p:txBody>
      </p:sp>
    </p:spTree>
    <p:extLst>
      <p:ext uri="{BB962C8B-B14F-4D97-AF65-F5344CB8AC3E}">
        <p14:creationId xmlns:p14="http://schemas.microsoft.com/office/powerpoint/2010/main" val="1590763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45920" y="9089819"/>
            <a:ext cx="18653760" cy="6272107"/>
          </a:xfrm>
        </p:spPr>
        <p:txBody>
          <a:bodyPr/>
          <a:lstStyle/>
          <a:p>
            <a:r>
              <a:rPr lang="en-US"/>
              <a:t>Click to edit Master title style</a:t>
            </a:r>
          </a:p>
        </p:txBody>
      </p:sp>
      <p:sp>
        <p:nvSpPr>
          <p:cNvPr id="3" name="Subtitle 2"/>
          <p:cNvSpPr>
            <a:spLocks noGrp="1"/>
          </p:cNvSpPr>
          <p:nvPr>
            <p:ph type="subTitle" idx="1"/>
          </p:nvPr>
        </p:nvSpPr>
        <p:spPr>
          <a:xfrm>
            <a:off x="3291840" y="16581120"/>
            <a:ext cx="15361920" cy="7477760"/>
          </a:xfrm>
        </p:spPr>
        <p:txBody>
          <a:bodyPr/>
          <a:lstStyle>
            <a:lvl1pPr marL="0" indent="0" algn="ctr">
              <a:buNone/>
              <a:defRPr>
                <a:solidFill>
                  <a:schemeClr val="tx1">
                    <a:tint val="75000"/>
                  </a:schemeClr>
                </a:solidFill>
              </a:defRPr>
            </a:lvl1pPr>
            <a:lvl2pPr marL="1175564" indent="0" algn="ctr">
              <a:buNone/>
              <a:defRPr>
                <a:solidFill>
                  <a:schemeClr val="tx1">
                    <a:tint val="75000"/>
                  </a:schemeClr>
                </a:solidFill>
              </a:defRPr>
            </a:lvl2pPr>
            <a:lvl3pPr marL="2351126" indent="0" algn="ctr">
              <a:buNone/>
              <a:defRPr>
                <a:solidFill>
                  <a:schemeClr val="tx1">
                    <a:tint val="75000"/>
                  </a:schemeClr>
                </a:solidFill>
              </a:defRPr>
            </a:lvl3pPr>
            <a:lvl4pPr marL="3526691" indent="0" algn="ctr">
              <a:buNone/>
              <a:defRPr>
                <a:solidFill>
                  <a:schemeClr val="tx1">
                    <a:tint val="75000"/>
                  </a:schemeClr>
                </a:solidFill>
              </a:defRPr>
            </a:lvl4pPr>
            <a:lvl5pPr marL="4702254" indent="0" algn="ctr">
              <a:buNone/>
              <a:defRPr>
                <a:solidFill>
                  <a:schemeClr val="tx1">
                    <a:tint val="75000"/>
                  </a:schemeClr>
                </a:solidFill>
              </a:defRPr>
            </a:lvl5pPr>
            <a:lvl6pPr marL="5877818" indent="0" algn="ctr">
              <a:buNone/>
              <a:defRPr>
                <a:solidFill>
                  <a:schemeClr val="tx1">
                    <a:tint val="75000"/>
                  </a:schemeClr>
                </a:solidFill>
              </a:defRPr>
            </a:lvl6pPr>
            <a:lvl7pPr marL="7053381" indent="0" algn="ctr">
              <a:buNone/>
              <a:defRPr>
                <a:solidFill>
                  <a:schemeClr val="tx1">
                    <a:tint val="75000"/>
                  </a:schemeClr>
                </a:solidFill>
              </a:defRPr>
            </a:lvl7pPr>
            <a:lvl8pPr marL="8228945" indent="0" algn="ctr">
              <a:buNone/>
              <a:defRPr>
                <a:solidFill>
                  <a:schemeClr val="tx1">
                    <a:tint val="75000"/>
                  </a:schemeClr>
                </a:solidFill>
              </a:defRPr>
            </a:lvl8pPr>
            <a:lvl9pPr marL="9404509"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7029158D-6B6E-4D78-93B6-6920100973F3}" type="datetimeFigureOut">
              <a:rPr lang="en-US"/>
              <a:pPr>
                <a:defRPr/>
              </a:pPr>
              <a:t>12/11/2025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271CC3F-1E9C-4E57-919F-E376A2C7E02A}"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955D4687-38C3-4531-A6E9-6AB865D6205A}" type="datetimeFigureOut">
              <a:rPr lang="en-US"/>
              <a:pPr>
                <a:defRPr/>
              </a:pPr>
              <a:t>12/11/2025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523B9CE4-6753-42B8-8F48-A6E97CD40130}"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33552" y="18802776"/>
            <a:ext cx="18653760" cy="5811520"/>
          </a:xfrm>
        </p:spPr>
        <p:txBody>
          <a:bodyPr anchor="t"/>
          <a:lstStyle>
            <a:lvl1pPr algn="l">
              <a:defRPr sz="10275" b="1" cap="all"/>
            </a:lvl1pPr>
          </a:lstStyle>
          <a:p>
            <a:r>
              <a:rPr lang="en-US"/>
              <a:t>Click to edit Master title style</a:t>
            </a:r>
          </a:p>
        </p:txBody>
      </p:sp>
      <p:sp>
        <p:nvSpPr>
          <p:cNvPr id="3" name="Text Placeholder 2"/>
          <p:cNvSpPr>
            <a:spLocks noGrp="1"/>
          </p:cNvSpPr>
          <p:nvPr>
            <p:ph type="body" idx="1"/>
          </p:nvPr>
        </p:nvSpPr>
        <p:spPr>
          <a:xfrm>
            <a:off x="1733552" y="12401979"/>
            <a:ext cx="18653760" cy="6400797"/>
          </a:xfrm>
        </p:spPr>
        <p:txBody>
          <a:bodyPr anchor="b"/>
          <a:lstStyle>
            <a:lvl1pPr marL="0" indent="0">
              <a:buNone/>
              <a:defRPr sz="5175">
                <a:solidFill>
                  <a:schemeClr val="tx1">
                    <a:tint val="75000"/>
                  </a:schemeClr>
                </a:solidFill>
              </a:defRPr>
            </a:lvl1pPr>
            <a:lvl2pPr marL="1175564" indent="0">
              <a:buNone/>
              <a:defRPr sz="4650">
                <a:solidFill>
                  <a:schemeClr val="tx1">
                    <a:tint val="75000"/>
                  </a:schemeClr>
                </a:solidFill>
              </a:defRPr>
            </a:lvl2pPr>
            <a:lvl3pPr marL="2351126" indent="0">
              <a:buNone/>
              <a:defRPr sz="4125">
                <a:solidFill>
                  <a:schemeClr val="tx1">
                    <a:tint val="75000"/>
                  </a:schemeClr>
                </a:solidFill>
              </a:defRPr>
            </a:lvl3pPr>
            <a:lvl4pPr marL="3526691" indent="0">
              <a:buNone/>
              <a:defRPr sz="3600">
                <a:solidFill>
                  <a:schemeClr val="tx1">
                    <a:tint val="75000"/>
                  </a:schemeClr>
                </a:solidFill>
              </a:defRPr>
            </a:lvl4pPr>
            <a:lvl5pPr marL="4702254" indent="0">
              <a:buNone/>
              <a:defRPr sz="3600">
                <a:solidFill>
                  <a:schemeClr val="tx1">
                    <a:tint val="75000"/>
                  </a:schemeClr>
                </a:solidFill>
              </a:defRPr>
            </a:lvl5pPr>
            <a:lvl6pPr marL="5877818" indent="0">
              <a:buNone/>
              <a:defRPr sz="3600">
                <a:solidFill>
                  <a:schemeClr val="tx1">
                    <a:tint val="75000"/>
                  </a:schemeClr>
                </a:solidFill>
              </a:defRPr>
            </a:lvl6pPr>
            <a:lvl7pPr marL="7053381" indent="0">
              <a:buNone/>
              <a:defRPr sz="3600">
                <a:solidFill>
                  <a:schemeClr val="tx1">
                    <a:tint val="75000"/>
                  </a:schemeClr>
                </a:solidFill>
              </a:defRPr>
            </a:lvl7pPr>
            <a:lvl8pPr marL="8228945" indent="0">
              <a:buNone/>
              <a:defRPr sz="3600">
                <a:solidFill>
                  <a:schemeClr val="tx1">
                    <a:tint val="75000"/>
                  </a:schemeClr>
                </a:solidFill>
              </a:defRPr>
            </a:lvl8pPr>
            <a:lvl9pPr marL="9404509" indent="0">
              <a:buNone/>
              <a:defRPr sz="3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6DCD13D2-FBB1-4B8B-914B-8F8D5039E153}" type="datetimeFigureOut">
              <a:rPr lang="en-US"/>
              <a:pPr>
                <a:defRPr/>
              </a:pPr>
              <a:t>12/11/2025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604BDD1B-1EA8-45BB-B9D7-5F8C734133B5}"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950973" y="21850776"/>
            <a:ext cx="35368228" cy="61793123"/>
          </a:xfrm>
        </p:spPr>
        <p:txBody>
          <a:bodyPr/>
          <a:lstStyle>
            <a:lvl1pPr>
              <a:defRPr sz="7200"/>
            </a:lvl1pPr>
            <a:lvl2pPr>
              <a:defRPr sz="6150"/>
            </a:lvl2pPr>
            <a:lvl3pPr>
              <a:defRPr sz="5175"/>
            </a:lvl3pPr>
            <a:lvl4pPr>
              <a:defRPr sz="4650"/>
            </a:lvl4pPr>
            <a:lvl5pPr>
              <a:defRPr sz="4650"/>
            </a:lvl5pPr>
            <a:lvl6pPr>
              <a:defRPr sz="4650"/>
            </a:lvl6pPr>
            <a:lvl7pPr>
              <a:defRPr sz="4650"/>
            </a:lvl7pPr>
            <a:lvl8pPr>
              <a:defRPr sz="4650"/>
            </a:lvl8pPr>
            <a:lvl9pPr>
              <a:defRPr sz="46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9684966" y="21850776"/>
            <a:ext cx="35368232" cy="61793123"/>
          </a:xfrm>
        </p:spPr>
        <p:txBody>
          <a:bodyPr/>
          <a:lstStyle>
            <a:lvl1pPr>
              <a:defRPr sz="7200"/>
            </a:lvl1pPr>
            <a:lvl2pPr>
              <a:defRPr sz="6150"/>
            </a:lvl2pPr>
            <a:lvl3pPr>
              <a:defRPr sz="5175"/>
            </a:lvl3pPr>
            <a:lvl4pPr>
              <a:defRPr sz="4650"/>
            </a:lvl4pPr>
            <a:lvl5pPr>
              <a:defRPr sz="4650"/>
            </a:lvl5pPr>
            <a:lvl6pPr>
              <a:defRPr sz="4650"/>
            </a:lvl6pPr>
            <a:lvl7pPr>
              <a:defRPr sz="4650"/>
            </a:lvl7pPr>
            <a:lvl8pPr>
              <a:defRPr sz="4650"/>
            </a:lvl8pPr>
            <a:lvl9pPr>
              <a:defRPr sz="46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88D31E0E-49E0-4EB1-9190-AEA9D3D452E8}" type="datetimeFigureOut">
              <a:rPr lang="en-US"/>
              <a:pPr>
                <a:defRPr/>
              </a:pPr>
              <a:t>12/11/2025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0E52B582-4A62-433E-96E7-8A568324CB4D}"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97280" y="1171789"/>
            <a:ext cx="19751040" cy="48768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097281" y="6549816"/>
            <a:ext cx="9696452" cy="2729651"/>
          </a:xfrm>
        </p:spPr>
        <p:txBody>
          <a:bodyPr anchor="b"/>
          <a:lstStyle>
            <a:lvl1pPr marL="0" indent="0">
              <a:buNone/>
              <a:defRPr sz="6150" b="1"/>
            </a:lvl1pPr>
            <a:lvl2pPr marL="1175564" indent="0">
              <a:buNone/>
              <a:defRPr sz="5175" b="1"/>
            </a:lvl2pPr>
            <a:lvl3pPr marL="2351126" indent="0">
              <a:buNone/>
              <a:defRPr sz="4650" b="1"/>
            </a:lvl3pPr>
            <a:lvl4pPr marL="3526691" indent="0">
              <a:buNone/>
              <a:defRPr sz="4125" b="1"/>
            </a:lvl4pPr>
            <a:lvl5pPr marL="4702254" indent="0">
              <a:buNone/>
              <a:defRPr sz="4125" b="1"/>
            </a:lvl5pPr>
            <a:lvl6pPr marL="5877818" indent="0">
              <a:buNone/>
              <a:defRPr sz="4125" b="1"/>
            </a:lvl6pPr>
            <a:lvl7pPr marL="7053381" indent="0">
              <a:buNone/>
              <a:defRPr sz="4125" b="1"/>
            </a:lvl7pPr>
            <a:lvl8pPr marL="8228945" indent="0">
              <a:buNone/>
              <a:defRPr sz="4125" b="1"/>
            </a:lvl8pPr>
            <a:lvl9pPr marL="9404509" indent="0">
              <a:buNone/>
              <a:defRPr sz="4125" b="1"/>
            </a:lvl9pPr>
          </a:lstStyle>
          <a:p>
            <a:pPr lvl="0"/>
            <a:r>
              <a:rPr lang="en-US"/>
              <a:t>Click to edit Master text styles</a:t>
            </a:r>
          </a:p>
        </p:txBody>
      </p:sp>
      <p:sp>
        <p:nvSpPr>
          <p:cNvPr id="4" name="Content Placeholder 3"/>
          <p:cNvSpPr>
            <a:spLocks noGrp="1"/>
          </p:cNvSpPr>
          <p:nvPr>
            <p:ph sz="half" idx="2"/>
          </p:nvPr>
        </p:nvSpPr>
        <p:spPr>
          <a:xfrm>
            <a:off x="1097281" y="9279467"/>
            <a:ext cx="9696452" cy="16858829"/>
          </a:xfrm>
        </p:spPr>
        <p:txBody>
          <a:bodyPr/>
          <a:lstStyle>
            <a:lvl1pPr>
              <a:defRPr sz="6150"/>
            </a:lvl1pPr>
            <a:lvl2pPr>
              <a:defRPr sz="5175"/>
            </a:lvl2pPr>
            <a:lvl3pPr>
              <a:defRPr sz="4650"/>
            </a:lvl3pPr>
            <a:lvl4pPr>
              <a:defRPr sz="4125"/>
            </a:lvl4pPr>
            <a:lvl5pPr>
              <a:defRPr sz="4125"/>
            </a:lvl5pPr>
            <a:lvl6pPr>
              <a:defRPr sz="4125"/>
            </a:lvl6pPr>
            <a:lvl7pPr>
              <a:defRPr sz="4125"/>
            </a:lvl7pPr>
            <a:lvl8pPr>
              <a:defRPr sz="4125"/>
            </a:lvl8pPr>
            <a:lvl9pPr>
              <a:defRPr sz="412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1148066" y="6549816"/>
            <a:ext cx="9700261" cy="2729651"/>
          </a:xfrm>
        </p:spPr>
        <p:txBody>
          <a:bodyPr anchor="b"/>
          <a:lstStyle>
            <a:lvl1pPr marL="0" indent="0">
              <a:buNone/>
              <a:defRPr sz="6150" b="1"/>
            </a:lvl1pPr>
            <a:lvl2pPr marL="1175564" indent="0">
              <a:buNone/>
              <a:defRPr sz="5175" b="1"/>
            </a:lvl2pPr>
            <a:lvl3pPr marL="2351126" indent="0">
              <a:buNone/>
              <a:defRPr sz="4650" b="1"/>
            </a:lvl3pPr>
            <a:lvl4pPr marL="3526691" indent="0">
              <a:buNone/>
              <a:defRPr sz="4125" b="1"/>
            </a:lvl4pPr>
            <a:lvl5pPr marL="4702254" indent="0">
              <a:buNone/>
              <a:defRPr sz="4125" b="1"/>
            </a:lvl5pPr>
            <a:lvl6pPr marL="5877818" indent="0">
              <a:buNone/>
              <a:defRPr sz="4125" b="1"/>
            </a:lvl6pPr>
            <a:lvl7pPr marL="7053381" indent="0">
              <a:buNone/>
              <a:defRPr sz="4125" b="1"/>
            </a:lvl7pPr>
            <a:lvl8pPr marL="8228945" indent="0">
              <a:buNone/>
              <a:defRPr sz="4125" b="1"/>
            </a:lvl8pPr>
            <a:lvl9pPr marL="9404509" indent="0">
              <a:buNone/>
              <a:defRPr sz="4125" b="1"/>
            </a:lvl9pPr>
          </a:lstStyle>
          <a:p>
            <a:pPr lvl="0"/>
            <a:r>
              <a:rPr lang="en-US"/>
              <a:t>Click to edit Master text styles</a:t>
            </a:r>
          </a:p>
        </p:txBody>
      </p:sp>
      <p:sp>
        <p:nvSpPr>
          <p:cNvPr id="6" name="Content Placeholder 5"/>
          <p:cNvSpPr>
            <a:spLocks noGrp="1"/>
          </p:cNvSpPr>
          <p:nvPr>
            <p:ph sz="quarter" idx="4"/>
          </p:nvPr>
        </p:nvSpPr>
        <p:spPr>
          <a:xfrm>
            <a:off x="11148066" y="9279467"/>
            <a:ext cx="9700261" cy="16858829"/>
          </a:xfrm>
        </p:spPr>
        <p:txBody>
          <a:bodyPr/>
          <a:lstStyle>
            <a:lvl1pPr>
              <a:defRPr sz="6150"/>
            </a:lvl1pPr>
            <a:lvl2pPr>
              <a:defRPr sz="5175"/>
            </a:lvl2pPr>
            <a:lvl3pPr>
              <a:defRPr sz="4650"/>
            </a:lvl3pPr>
            <a:lvl4pPr>
              <a:defRPr sz="4125"/>
            </a:lvl4pPr>
            <a:lvl5pPr>
              <a:defRPr sz="4125"/>
            </a:lvl5pPr>
            <a:lvl6pPr>
              <a:defRPr sz="4125"/>
            </a:lvl6pPr>
            <a:lvl7pPr>
              <a:defRPr sz="4125"/>
            </a:lvl7pPr>
            <a:lvl8pPr>
              <a:defRPr sz="4125"/>
            </a:lvl8pPr>
            <a:lvl9pPr>
              <a:defRPr sz="412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24469AA2-567D-48F6-8009-8243608F5154}" type="datetimeFigureOut">
              <a:rPr lang="en-US"/>
              <a:pPr>
                <a:defRPr/>
              </a:pPr>
              <a:t>12/11/2025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BDEDECC6-D58F-4345-B1DF-D7F522F33F7B}"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FF9B013C-FA7E-4D5F-8D61-C9AF5DBE162E}" type="datetimeFigureOut">
              <a:rPr lang="en-US"/>
              <a:pPr>
                <a:defRPr/>
              </a:pPr>
              <a:t>12/11/2025</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97A674F3-3B5E-4B1C-BBE0-3592E8C42161}"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B09ED3E8-711D-4817-B45E-BDB8BE0A7238}" type="datetimeFigureOut">
              <a:rPr lang="en-US"/>
              <a:pPr>
                <a:defRPr/>
              </a:pPr>
              <a:t>12/11/2025</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B5544818-5BB0-475F-B3FB-6E5EC34FCC4D}"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97285" y="1165013"/>
            <a:ext cx="7219952" cy="4958080"/>
          </a:xfrm>
        </p:spPr>
        <p:txBody>
          <a:bodyPr anchor="b"/>
          <a:lstStyle>
            <a:lvl1pPr algn="l">
              <a:defRPr sz="5175" b="1"/>
            </a:lvl1pPr>
          </a:lstStyle>
          <a:p>
            <a:r>
              <a:rPr lang="en-US"/>
              <a:t>Click to edit Master title style</a:t>
            </a:r>
          </a:p>
        </p:txBody>
      </p:sp>
      <p:sp>
        <p:nvSpPr>
          <p:cNvPr id="3" name="Content Placeholder 2"/>
          <p:cNvSpPr>
            <a:spLocks noGrp="1"/>
          </p:cNvSpPr>
          <p:nvPr>
            <p:ph idx="1"/>
          </p:nvPr>
        </p:nvSpPr>
        <p:spPr>
          <a:xfrm>
            <a:off x="8580121" y="1165016"/>
            <a:ext cx="12268200" cy="24973283"/>
          </a:xfrm>
        </p:spPr>
        <p:txBody>
          <a:bodyPr/>
          <a:lstStyle>
            <a:lvl1pPr>
              <a:defRPr sz="8250"/>
            </a:lvl1pPr>
            <a:lvl2pPr>
              <a:defRPr sz="7200"/>
            </a:lvl2pPr>
            <a:lvl3pPr>
              <a:defRPr sz="6150"/>
            </a:lvl3pPr>
            <a:lvl4pPr>
              <a:defRPr sz="5175"/>
            </a:lvl4pPr>
            <a:lvl5pPr>
              <a:defRPr sz="5175"/>
            </a:lvl5pPr>
            <a:lvl6pPr>
              <a:defRPr sz="5175"/>
            </a:lvl6pPr>
            <a:lvl7pPr>
              <a:defRPr sz="5175"/>
            </a:lvl7pPr>
            <a:lvl8pPr>
              <a:defRPr sz="5175"/>
            </a:lvl8pPr>
            <a:lvl9pPr>
              <a:defRPr sz="517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097285" y="6123096"/>
            <a:ext cx="7219952" cy="20015203"/>
          </a:xfrm>
        </p:spPr>
        <p:txBody>
          <a:bodyPr/>
          <a:lstStyle>
            <a:lvl1pPr marL="0" indent="0">
              <a:buNone/>
              <a:defRPr sz="3600"/>
            </a:lvl1pPr>
            <a:lvl2pPr marL="1175564" indent="0">
              <a:buNone/>
              <a:defRPr sz="3075"/>
            </a:lvl2pPr>
            <a:lvl3pPr marL="2351126" indent="0">
              <a:buNone/>
              <a:defRPr sz="2550"/>
            </a:lvl3pPr>
            <a:lvl4pPr marL="3526691" indent="0">
              <a:buNone/>
              <a:defRPr sz="2325"/>
            </a:lvl4pPr>
            <a:lvl5pPr marL="4702254" indent="0">
              <a:buNone/>
              <a:defRPr sz="2325"/>
            </a:lvl5pPr>
            <a:lvl6pPr marL="5877818" indent="0">
              <a:buNone/>
              <a:defRPr sz="2325"/>
            </a:lvl6pPr>
            <a:lvl7pPr marL="7053381" indent="0">
              <a:buNone/>
              <a:defRPr sz="2325"/>
            </a:lvl7pPr>
            <a:lvl8pPr marL="8228945" indent="0">
              <a:buNone/>
              <a:defRPr sz="2325"/>
            </a:lvl8pPr>
            <a:lvl9pPr marL="9404509" indent="0">
              <a:buNone/>
              <a:defRPr sz="2325"/>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57296447-A170-413D-B320-9948716ECEDA}" type="datetimeFigureOut">
              <a:rPr lang="en-US"/>
              <a:pPr>
                <a:defRPr/>
              </a:pPr>
              <a:t>12/11/2025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F84302A0-9B03-431D-8599-98F4424EF77F}"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301492" y="20482560"/>
            <a:ext cx="13167360" cy="2418083"/>
          </a:xfrm>
        </p:spPr>
        <p:txBody>
          <a:bodyPr anchor="b"/>
          <a:lstStyle>
            <a:lvl1pPr algn="l">
              <a:defRPr sz="5175" b="1"/>
            </a:lvl1pPr>
          </a:lstStyle>
          <a:p>
            <a:r>
              <a:rPr lang="en-US"/>
              <a:t>Click to edit Master title style</a:t>
            </a:r>
          </a:p>
        </p:txBody>
      </p:sp>
      <p:sp>
        <p:nvSpPr>
          <p:cNvPr id="3" name="Picture Placeholder 2"/>
          <p:cNvSpPr>
            <a:spLocks noGrp="1"/>
          </p:cNvSpPr>
          <p:nvPr>
            <p:ph type="pic" idx="1"/>
          </p:nvPr>
        </p:nvSpPr>
        <p:spPr>
          <a:xfrm>
            <a:off x="4301492" y="2614507"/>
            <a:ext cx="13167360" cy="17556480"/>
          </a:xfrm>
        </p:spPr>
        <p:txBody>
          <a:bodyPr rtlCol="0">
            <a:normAutofit/>
          </a:bodyPr>
          <a:lstStyle>
            <a:lvl1pPr marL="0" indent="0">
              <a:buNone/>
              <a:defRPr sz="8250"/>
            </a:lvl1pPr>
            <a:lvl2pPr marL="1175564" indent="0">
              <a:buNone/>
              <a:defRPr sz="7200"/>
            </a:lvl2pPr>
            <a:lvl3pPr marL="2351126" indent="0">
              <a:buNone/>
              <a:defRPr sz="6150"/>
            </a:lvl3pPr>
            <a:lvl4pPr marL="3526691" indent="0">
              <a:buNone/>
              <a:defRPr sz="5175"/>
            </a:lvl4pPr>
            <a:lvl5pPr marL="4702254" indent="0">
              <a:buNone/>
              <a:defRPr sz="5175"/>
            </a:lvl5pPr>
            <a:lvl6pPr marL="5877818" indent="0">
              <a:buNone/>
              <a:defRPr sz="5175"/>
            </a:lvl6pPr>
            <a:lvl7pPr marL="7053381" indent="0">
              <a:buNone/>
              <a:defRPr sz="5175"/>
            </a:lvl7pPr>
            <a:lvl8pPr marL="8228945" indent="0">
              <a:buNone/>
              <a:defRPr sz="5175"/>
            </a:lvl8pPr>
            <a:lvl9pPr marL="9404509" indent="0">
              <a:buNone/>
              <a:defRPr sz="5175"/>
            </a:lvl9pPr>
          </a:lstStyle>
          <a:p>
            <a:pPr lvl="0"/>
            <a:endParaRPr lang="en-US" noProof="0"/>
          </a:p>
        </p:txBody>
      </p:sp>
      <p:sp>
        <p:nvSpPr>
          <p:cNvPr id="4" name="Text Placeholder 3"/>
          <p:cNvSpPr>
            <a:spLocks noGrp="1"/>
          </p:cNvSpPr>
          <p:nvPr>
            <p:ph type="body" sz="half" idx="2"/>
          </p:nvPr>
        </p:nvSpPr>
        <p:spPr>
          <a:xfrm>
            <a:off x="4301492" y="22900643"/>
            <a:ext cx="13167360" cy="3434077"/>
          </a:xfrm>
        </p:spPr>
        <p:txBody>
          <a:bodyPr/>
          <a:lstStyle>
            <a:lvl1pPr marL="0" indent="0">
              <a:buNone/>
              <a:defRPr sz="3600"/>
            </a:lvl1pPr>
            <a:lvl2pPr marL="1175564" indent="0">
              <a:buNone/>
              <a:defRPr sz="3075"/>
            </a:lvl2pPr>
            <a:lvl3pPr marL="2351126" indent="0">
              <a:buNone/>
              <a:defRPr sz="2550"/>
            </a:lvl3pPr>
            <a:lvl4pPr marL="3526691" indent="0">
              <a:buNone/>
              <a:defRPr sz="2325"/>
            </a:lvl4pPr>
            <a:lvl5pPr marL="4702254" indent="0">
              <a:buNone/>
              <a:defRPr sz="2325"/>
            </a:lvl5pPr>
            <a:lvl6pPr marL="5877818" indent="0">
              <a:buNone/>
              <a:defRPr sz="2325"/>
            </a:lvl6pPr>
            <a:lvl7pPr marL="7053381" indent="0">
              <a:buNone/>
              <a:defRPr sz="2325"/>
            </a:lvl7pPr>
            <a:lvl8pPr marL="8228945" indent="0">
              <a:buNone/>
              <a:defRPr sz="2325"/>
            </a:lvl8pPr>
            <a:lvl9pPr marL="9404509" indent="0">
              <a:buNone/>
              <a:defRPr sz="2325"/>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F41B37A0-EBDB-499C-B079-B872E0BCD037}" type="datetimeFigureOut">
              <a:rPr lang="en-US"/>
              <a:pPr>
                <a:defRPr/>
              </a:pPr>
              <a:t>12/11/2025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065931EA-95DA-4C86-8309-92135ED4E5A9}"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FF731B38-D9A0-43AB-B1CD-20127BEF1F38}" type="datetimeFigureOut">
              <a:rPr lang="en-US"/>
              <a:pPr>
                <a:defRPr/>
              </a:pPr>
              <a:t>12/11/2025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E91FA70-FEAA-44B9-BD3A-08B5307AAE28}"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7279541" y="3752429"/>
            <a:ext cx="17773652" cy="7989146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950977" y="3752429"/>
            <a:ext cx="52962809" cy="7989146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444B600C-B717-4D7C-9D39-7828C8496CC7}" type="datetimeFigureOut">
              <a:rPr lang="en-US"/>
              <a:pPr>
                <a:defRPr/>
              </a:pPr>
              <a:t>12/11/2025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642E031-644C-440F-864D-7B6C22A00FD8}"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1097496" y="1172634"/>
            <a:ext cx="19750616" cy="4876800"/>
          </a:xfrm>
          <a:prstGeom prst="rect">
            <a:avLst/>
          </a:prstGeom>
          <a:noFill/>
          <a:ln w="9525">
            <a:noFill/>
            <a:miter lim="800000"/>
            <a:headEnd/>
            <a:tailEnd/>
          </a:ln>
        </p:spPr>
        <p:txBody>
          <a:bodyPr vert="horz" wrap="square" lIns="313484" tIns="156742" rIns="313484" bIns="156742"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1097496" y="6828371"/>
            <a:ext cx="19750616" cy="19310350"/>
          </a:xfrm>
          <a:prstGeom prst="rect">
            <a:avLst/>
          </a:prstGeom>
          <a:noFill/>
          <a:ln w="9525">
            <a:noFill/>
            <a:miter lim="800000"/>
            <a:headEnd/>
            <a:tailEnd/>
          </a:ln>
        </p:spPr>
        <p:txBody>
          <a:bodyPr vert="horz" wrap="square" lIns="313484" tIns="156742" rIns="313484" bIns="156742"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097497" y="27120854"/>
            <a:ext cx="5120216" cy="1557867"/>
          </a:xfrm>
          <a:prstGeom prst="rect">
            <a:avLst/>
          </a:prstGeom>
        </p:spPr>
        <p:txBody>
          <a:bodyPr vert="horz" lIns="313484" tIns="156742" rIns="313484" bIns="156742" rtlCol="0" anchor="ctr"/>
          <a:lstStyle>
            <a:lvl1pPr algn="l" defTabSz="2351126" fontAlgn="auto">
              <a:spcBef>
                <a:spcPts val="0"/>
              </a:spcBef>
              <a:spcAft>
                <a:spcPts val="0"/>
              </a:spcAft>
              <a:defRPr sz="3075" smtClean="0">
                <a:solidFill>
                  <a:schemeClr val="tx1">
                    <a:tint val="75000"/>
                  </a:schemeClr>
                </a:solidFill>
                <a:latin typeface="+mn-lt"/>
              </a:defRPr>
            </a:lvl1pPr>
          </a:lstStyle>
          <a:p>
            <a:pPr>
              <a:defRPr/>
            </a:pPr>
            <a:fld id="{E4249E2F-93C5-4F0F-9D68-3A335F34E8E1}" type="datetimeFigureOut">
              <a:rPr lang="en-US"/>
              <a:pPr>
                <a:defRPr/>
              </a:pPr>
              <a:t>12/11/2025</a:t>
            </a:fld>
            <a:endParaRPr lang="en-US"/>
          </a:p>
        </p:txBody>
      </p:sp>
      <p:sp>
        <p:nvSpPr>
          <p:cNvPr id="5" name="Footer Placeholder 4"/>
          <p:cNvSpPr>
            <a:spLocks noGrp="1"/>
          </p:cNvSpPr>
          <p:nvPr>
            <p:ph type="ftr" sz="quarter" idx="3"/>
          </p:nvPr>
        </p:nvSpPr>
        <p:spPr>
          <a:xfrm>
            <a:off x="7498296" y="27120854"/>
            <a:ext cx="6949016" cy="1557867"/>
          </a:xfrm>
          <a:prstGeom prst="rect">
            <a:avLst/>
          </a:prstGeom>
        </p:spPr>
        <p:txBody>
          <a:bodyPr vert="horz" lIns="313484" tIns="156742" rIns="313484" bIns="156742" rtlCol="0" anchor="ctr"/>
          <a:lstStyle>
            <a:lvl1pPr algn="ctr" defTabSz="2351126" fontAlgn="auto">
              <a:spcBef>
                <a:spcPts val="0"/>
              </a:spcBef>
              <a:spcAft>
                <a:spcPts val="0"/>
              </a:spcAft>
              <a:defRPr sz="3075">
                <a:solidFill>
                  <a:schemeClr val="tx1">
                    <a:tint val="75000"/>
                  </a:schemeClr>
                </a:solidFill>
                <a:latin typeface="+mn-lt"/>
              </a:defRPr>
            </a:lvl1pPr>
          </a:lstStyle>
          <a:p>
            <a:pPr>
              <a:defRPr/>
            </a:pPr>
            <a:endParaRPr lang="en-US"/>
          </a:p>
        </p:txBody>
      </p:sp>
      <p:sp>
        <p:nvSpPr>
          <p:cNvPr id="6" name="Slide Number Placeholder 5"/>
          <p:cNvSpPr>
            <a:spLocks noGrp="1"/>
          </p:cNvSpPr>
          <p:nvPr>
            <p:ph type="sldNum" sz="quarter" idx="4"/>
          </p:nvPr>
        </p:nvSpPr>
        <p:spPr>
          <a:xfrm>
            <a:off x="15727897" y="27120854"/>
            <a:ext cx="5120216" cy="1557867"/>
          </a:xfrm>
          <a:prstGeom prst="rect">
            <a:avLst/>
          </a:prstGeom>
        </p:spPr>
        <p:txBody>
          <a:bodyPr vert="horz" lIns="313484" tIns="156742" rIns="313484" bIns="156742" rtlCol="0" anchor="ctr"/>
          <a:lstStyle>
            <a:lvl1pPr algn="r" defTabSz="2351126" fontAlgn="auto">
              <a:spcBef>
                <a:spcPts val="0"/>
              </a:spcBef>
              <a:spcAft>
                <a:spcPts val="0"/>
              </a:spcAft>
              <a:defRPr sz="3075" smtClean="0">
                <a:solidFill>
                  <a:schemeClr val="tx1">
                    <a:tint val="75000"/>
                  </a:schemeClr>
                </a:solidFill>
                <a:latin typeface="+mn-lt"/>
              </a:defRPr>
            </a:lvl1pPr>
          </a:lstStyle>
          <a:p>
            <a:pPr>
              <a:defRPr/>
            </a:pPr>
            <a:fld id="{3C933A6A-8CCD-439B-A34C-FE1C8C4C61C7}" type="slidenum">
              <a:rPr lang="en-US"/>
              <a:pPr>
                <a:defRPr/>
              </a:pPr>
              <a:t>‹#›</a:t>
            </a:fld>
            <a:endParaRPr 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2350156" rtl="0" fontAlgn="base">
        <a:spcBef>
          <a:spcPct val="0"/>
        </a:spcBef>
        <a:spcAft>
          <a:spcPct val="0"/>
        </a:spcAft>
        <a:defRPr sz="11325" kern="1200">
          <a:solidFill>
            <a:schemeClr val="tx1"/>
          </a:solidFill>
          <a:latin typeface="+mj-lt"/>
          <a:ea typeface="+mj-ea"/>
          <a:cs typeface="+mj-cs"/>
        </a:defRPr>
      </a:lvl1pPr>
      <a:lvl2pPr algn="ctr" defTabSz="2350156" rtl="0" fontAlgn="base">
        <a:spcBef>
          <a:spcPct val="0"/>
        </a:spcBef>
        <a:spcAft>
          <a:spcPct val="0"/>
        </a:spcAft>
        <a:defRPr sz="11325">
          <a:solidFill>
            <a:schemeClr val="tx1"/>
          </a:solidFill>
          <a:latin typeface="Calibri" pitchFamily="34" charset="0"/>
        </a:defRPr>
      </a:lvl2pPr>
      <a:lvl3pPr algn="ctr" defTabSz="2350156" rtl="0" fontAlgn="base">
        <a:spcBef>
          <a:spcPct val="0"/>
        </a:spcBef>
        <a:spcAft>
          <a:spcPct val="0"/>
        </a:spcAft>
        <a:defRPr sz="11325">
          <a:solidFill>
            <a:schemeClr val="tx1"/>
          </a:solidFill>
          <a:latin typeface="Calibri" pitchFamily="34" charset="0"/>
        </a:defRPr>
      </a:lvl3pPr>
      <a:lvl4pPr algn="ctr" defTabSz="2350156" rtl="0" fontAlgn="base">
        <a:spcBef>
          <a:spcPct val="0"/>
        </a:spcBef>
        <a:spcAft>
          <a:spcPct val="0"/>
        </a:spcAft>
        <a:defRPr sz="11325">
          <a:solidFill>
            <a:schemeClr val="tx1"/>
          </a:solidFill>
          <a:latin typeface="Calibri" pitchFamily="34" charset="0"/>
        </a:defRPr>
      </a:lvl4pPr>
      <a:lvl5pPr algn="ctr" defTabSz="2350156" rtl="0" fontAlgn="base">
        <a:spcBef>
          <a:spcPct val="0"/>
        </a:spcBef>
        <a:spcAft>
          <a:spcPct val="0"/>
        </a:spcAft>
        <a:defRPr sz="11325">
          <a:solidFill>
            <a:schemeClr val="tx1"/>
          </a:solidFill>
          <a:latin typeface="Calibri" pitchFamily="34" charset="0"/>
        </a:defRPr>
      </a:lvl5pPr>
      <a:lvl6pPr marL="342880" algn="ctr" defTabSz="2350156" rtl="0" fontAlgn="base">
        <a:spcBef>
          <a:spcPct val="0"/>
        </a:spcBef>
        <a:spcAft>
          <a:spcPct val="0"/>
        </a:spcAft>
        <a:defRPr sz="11325">
          <a:solidFill>
            <a:schemeClr val="tx1"/>
          </a:solidFill>
          <a:latin typeface="Calibri" pitchFamily="34" charset="0"/>
        </a:defRPr>
      </a:lvl6pPr>
      <a:lvl7pPr marL="685760" algn="ctr" defTabSz="2350156" rtl="0" fontAlgn="base">
        <a:spcBef>
          <a:spcPct val="0"/>
        </a:spcBef>
        <a:spcAft>
          <a:spcPct val="0"/>
        </a:spcAft>
        <a:defRPr sz="11325">
          <a:solidFill>
            <a:schemeClr val="tx1"/>
          </a:solidFill>
          <a:latin typeface="Calibri" pitchFamily="34" charset="0"/>
        </a:defRPr>
      </a:lvl7pPr>
      <a:lvl8pPr marL="1028640" algn="ctr" defTabSz="2350156" rtl="0" fontAlgn="base">
        <a:spcBef>
          <a:spcPct val="0"/>
        </a:spcBef>
        <a:spcAft>
          <a:spcPct val="0"/>
        </a:spcAft>
        <a:defRPr sz="11325">
          <a:solidFill>
            <a:schemeClr val="tx1"/>
          </a:solidFill>
          <a:latin typeface="Calibri" pitchFamily="34" charset="0"/>
        </a:defRPr>
      </a:lvl8pPr>
      <a:lvl9pPr marL="1371519" algn="ctr" defTabSz="2350156" rtl="0" fontAlgn="base">
        <a:spcBef>
          <a:spcPct val="0"/>
        </a:spcBef>
        <a:spcAft>
          <a:spcPct val="0"/>
        </a:spcAft>
        <a:defRPr sz="11325">
          <a:solidFill>
            <a:schemeClr val="tx1"/>
          </a:solidFill>
          <a:latin typeface="Calibri" pitchFamily="34" charset="0"/>
        </a:defRPr>
      </a:lvl9pPr>
    </p:titleStyle>
    <p:bodyStyle>
      <a:lvl1pPr marL="881011" indent="-881011" algn="l" defTabSz="2350156" rtl="0" fontAlgn="base">
        <a:spcBef>
          <a:spcPct val="20000"/>
        </a:spcBef>
        <a:spcAft>
          <a:spcPct val="0"/>
        </a:spcAft>
        <a:buFont typeface="Arial" charset="0"/>
        <a:buChar char="•"/>
        <a:defRPr sz="8250" kern="1200">
          <a:solidFill>
            <a:schemeClr val="tx1"/>
          </a:solidFill>
          <a:latin typeface="+mn-lt"/>
          <a:ea typeface="+mn-ea"/>
          <a:cs typeface="+mn-cs"/>
        </a:defRPr>
      </a:lvl1pPr>
      <a:lvl2pPr marL="1909650" indent="-734573" algn="l" defTabSz="2350156" rtl="0" fontAlgn="base">
        <a:spcBef>
          <a:spcPct val="20000"/>
        </a:spcBef>
        <a:spcAft>
          <a:spcPct val="0"/>
        </a:spcAft>
        <a:buFont typeface="Arial" charset="0"/>
        <a:buChar char="–"/>
        <a:defRPr sz="7200" kern="1200">
          <a:solidFill>
            <a:schemeClr val="tx1"/>
          </a:solidFill>
          <a:latin typeface="+mn-lt"/>
          <a:ea typeface="+mn-ea"/>
          <a:cs typeface="+mn-cs"/>
        </a:defRPr>
      </a:lvl2pPr>
      <a:lvl3pPr marL="2938289" indent="-586944" algn="l" defTabSz="2350156" rtl="0" fontAlgn="base">
        <a:spcBef>
          <a:spcPct val="20000"/>
        </a:spcBef>
        <a:spcAft>
          <a:spcPct val="0"/>
        </a:spcAft>
        <a:buFont typeface="Arial" charset="0"/>
        <a:buChar char="•"/>
        <a:defRPr sz="6150" kern="1200">
          <a:solidFill>
            <a:schemeClr val="tx1"/>
          </a:solidFill>
          <a:latin typeface="+mn-lt"/>
          <a:ea typeface="+mn-ea"/>
          <a:cs typeface="+mn-cs"/>
        </a:defRPr>
      </a:lvl3pPr>
      <a:lvl4pPr marL="4113368" indent="-586944" algn="l" defTabSz="2350156" rtl="0" fontAlgn="base">
        <a:spcBef>
          <a:spcPct val="20000"/>
        </a:spcBef>
        <a:spcAft>
          <a:spcPct val="0"/>
        </a:spcAft>
        <a:buFont typeface="Arial" charset="0"/>
        <a:buChar char="–"/>
        <a:defRPr sz="5175" kern="1200">
          <a:solidFill>
            <a:schemeClr val="tx1"/>
          </a:solidFill>
          <a:latin typeface="+mn-lt"/>
          <a:ea typeface="+mn-ea"/>
          <a:cs typeface="+mn-cs"/>
        </a:defRPr>
      </a:lvl4pPr>
      <a:lvl5pPr marL="5289636" indent="-586944" algn="l" defTabSz="2350156" rtl="0" fontAlgn="base">
        <a:spcBef>
          <a:spcPct val="20000"/>
        </a:spcBef>
        <a:spcAft>
          <a:spcPct val="0"/>
        </a:spcAft>
        <a:buFont typeface="Arial" charset="0"/>
        <a:buChar char="»"/>
        <a:defRPr sz="5175" kern="1200">
          <a:solidFill>
            <a:schemeClr val="tx1"/>
          </a:solidFill>
          <a:latin typeface="+mn-lt"/>
          <a:ea typeface="+mn-ea"/>
          <a:cs typeface="+mn-cs"/>
        </a:defRPr>
      </a:lvl5pPr>
      <a:lvl6pPr marL="6465599" indent="-587782" algn="l" defTabSz="2351126" rtl="0" eaLnBrk="1" latinLnBrk="0" hangingPunct="1">
        <a:spcBef>
          <a:spcPct val="20000"/>
        </a:spcBef>
        <a:buFont typeface="Arial" pitchFamily="34" charset="0"/>
        <a:buChar char="•"/>
        <a:defRPr sz="5175" kern="1200">
          <a:solidFill>
            <a:schemeClr val="tx1"/>
          </a:solidFill>
          <a:latin typeface="+mn-lt"/>
          <a:ea typeface="+mn-ea"/>
          <a:cs typeface="+mn-cs"/>
        </a:defRPr>
      </a:lvl6pPr>
      <a:lvl7pPr marL="7641163" indent="-587782" algn="l" defTabSz="2351126" rtl="0" eaLnBrk="1" latinLnBrk="0" hangingPunct="1">
        <a:spcBef>
          <a:spcPct val="20000"/>
        </a:spcBef>
        <a:buFont typeface="Arial" pitchFamily="34" charset="0"/>
        <a:buChar char="•"/>
        <a:defRPr sz="5175" kern="1200">
          <a:solidFill>
            <a:schemeClr val="tx1"/>
          </a:solidFill>
          <a:latin typeface="+mn-lt"/>
          <a:ea typeface="+mn-ea"/>
          <a:cs typeface="+mn-cs"/>
        </a:defRPr>
      </a:lvl7pPr>
      <a:lvl8pPr marL="8816727" indent="-587782" algn="l" defTabSz="2351126" rtl="0" eaLnBrk="1" latinLnBrk="0" hangingPunct="1">
        <a:spcBef>
          <a:spcPct val="20000"/>
        </a:spcBef>
        <a:buFont typeface="Arial" pitchFamily="34" charset="0"/>
        <a:buChar char="•"/>
        <a:defRPr sz="5175" kern="1200">
          <a:solidFill>
            <a:schemeClr val="tx1"/>
          </a:solidFill>
          <a:latin typeface="+mn-lt"/>
          <a:ea typeface="+mn-ea"/>
          <a:cs typeface="+mn-cs"/>
        </a:defRPr>
      </a:lvl8pPr>
      <a:lvl9pPr marL="9992291" indent="-587782" algn="l" defTabSz="2351126" rtl="0" eaLnBrk="1" latinLnBrk="0" hangingPunct="1">
        <a:spcBef>
          <a:spcPct val="20000"/>
        </a:spcBef>
        <a:buFont typeface="Arial" pitchFamily="34" charset="0"/>
        <a:buChar char="•"/>
        <a:defRPr sz="5175" kern="1200">
          <a:solidFill>
            <a:schemeClr val="tx1"/>
          </a:solidFill>
          <a:latin typeface="+mn-lt"/>
          <a:ea typeface="+mn-ea"/>
          <a:cs typeface="+mn-cs"/>
        </a:defRPr>
      </a:lvl9pPr>
    </p:bodyStyle>
    <p:otherStyle>
      <a:defPPr>
        <a:defRPr lang="en-US"/>
      </a:defPPr>
      <a:lvl1pPr marL="0" algn="l" defTabSz="2351126" rtl="0" eaLnBrk="1" latinLnBrk="0" hangingPunct="1">
        <a:defRPr sz="4650" kern="1200">
          <a:solidFill>
            <a:schemeClr val="tx1"/>
          </a:solidFill>
          <a:latin typeface="+mn-lt"/>
          <a:ea typeface="+mn-ea"/>
          <a:cs typeface="+mn-cs"/>
        </a:defRPr>
      </a:lvl1pPr>
      <a:lvl2pPr marL="1175564" algn="l" defTabSz="2351126" rtl="0" eaLnBrk="1" latinLnBrk="0" hangingPunct="1">
        <a:defRPr sz="4650" kern="1200">
          <a:solidFill>
            <a:schemeClr val="tx1"/>
          </a:solidFill>
          <a:latin typeface="+mn-lt"/>
          <a:ea typeface="+mn-ea"/>
          <a:cs typeface="+mn-cs"/>
        </a:defRPr>
      </a:lvl2pPr>
      <a:lvl3pPr marL="2351126" algn="l" defTabSz="2351126" rtl="0" eaLnBrk="1" latinLnBrk="0" hangingPunct="1">
        <a:defRPr sz="4650" kern="1200">
          <a:solidFill>
            <a:schemeClr val="tx1"/>
          </a:solidFill>
          <a:latin typeface="+mn-lt"/>
          <a:ea typeface="+mn-ea"/>
          <a:cs typeface="+mn-cs"/>
        </a:defRPr>
      </a:lvl3pPr>
      <a:lvl4pPr marL="3526691" algn="l" defTabSz="2351126" rtl="0" eaLnBrk="1" latinLnBrk="0" hangingPunct="1">
        <a:defRPr sz="4650" kern="1200">
          <a:solidFill>
            <a:schemeClr val="tx1"/>
          </a:solidFill>
          <a:latin typeface="+mn-lt"/>
          <a:ea typeface="+mn-ea"/>
          <a:cs typeface="+mn-cs"/>
        </a:defRPr>
      </a:lvl4pPr>
      <a:lvl5pPr marL="4702254" algn="l" defTabSz="2351126" rtl="0" eaLnBrk="1" latinLnBrk="0" hangingPunct="1">
        <a:defRPr sz="4650" kern="1200">
          <a:solidFill>
            <a:schemeClr val="tx1"/>
          </a:solidFill>
          <a:latin typeface="+mn-lt"/>
          <a:ea typeface="+mn-ea"/>
          <a:cs typeface="+mn-cs"/>
        </a:defRPr>
      </a:lvl5pPr>
      <a:lvl6pPr marL="5877818" algn="l" defTabSz="2351126" rtl="0" eaLnBrk="1" latinLnBrk="0" hangingPunct="1">
        <a:defRPr sz="4650" kern="1200">
          <a:solidFill>
            <a:schemeClr val="tx1"/>
          </a:solidFill>
          <a:latin typeface="+mn-lt"/>
          <a:ea typeface="+mn-ea"/>
          <a:cs typeface="+mn-cs"/>
        </a:defRPr>
      </a:lvl6pPr>
      <a:lvl7pPr marL="7053381" algn="l" defTabSz="2351126" rtl="0" eaLnBrk="1" latinLnBrk="0" hangingPunct="1">
        <a:defRPr sz="4650" kern="1200">
          <a:solidFill>
            <a:schemeClr val="tx1"/>
          </a:solidFill>
          <a:latin typeface="+mn-lt"/>
          <a:ea typeface="+mn-ea"/>
          <a:cs typeface="+mn-cs"/>
        </a:defRPr>
      </a:lvl7pPr>
      <a:lvl8pPr marL="8228945" algn="l" defTabSz="2351126" rtl="0" eaLnBrk="1" latinLnBrk="0" hangingPunct="1">
        <a:defRPr sz="4650" kern="1200">
          <a:solidFill>
            <a:schemeClr val="tx1"/>
          </a:solidFill>
          <a:latin typeface="+mn-lt"/>
          <a:ea typeface="+mn-ea"/>
          <a:cs typeface="+mn-cs"/>
        </a:defRPr>
      </a:lvl8pPr>
      <a:lvl9pPr marL="9404509" algn="l" defTabSz="2351126" rtl="0" eaLnBrk="1" latinLnBrk="0" hangingPunct="1">
        <a:defRPr sz="46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hyperlink" Target="http://vscode-file:/vscode-app/c:/Users/Hunna/AppData/Local/Programs/Microsoft%20VS%20Code/resources/app/out/vs/code/electron-browser/workbench/workbench.html"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lumMod val="85000"/>
          </a:schemeClr>
        </a:solidFill>
        <a:effectLst/>
      </p:bgPr>
    </p:bg>
    <p:spTree>
      <p:nvGrpSpPr>
        <p:cNvPr id="1" name=""/>
        <p:cNvGrpSpPr/>
        <p:nvPr/>
      </p:nvGrpSpPr>
      <p:grpSpPr>
        <a:xfrm>
          <a:off x="0" y="0"/>
          <a:ext cx="0" cy="0"/>
          <a:chOff x="0" y="0"/>
          <a:chExt cx="0" cy="0"/>
        </a:xfrm>
      </p:grpSpPr>
      <p:sp>
        <p:nvSpPr>
          <p:cNvPr id="19" name="Rounded Rectangle 7">
            <a:extLst>
              <a:ext uri="{FF2B5EF4-FFF2-40B4-BE49-F238E27FC236}">
                <a16:creationId xmlns:a16="http://schemas.microsoft.com/office/drawing/2014/main" id="{45EFA5E1-D358-798D-6A39-DB625C4FB17F}"/>
              </a:ext>
            </a:extLst>
          </p:cNvPr>
          <p:cNvSpPr/>
          <p:nvPr/>
        </p:nvSpPr>
        <p:spPr>
          <a:xfrm>
            <a:off x="10955828" y="22297142"/>
            <a:ext cx="10577160" cy="4132213"/>
          </a:xfrm>
          <a:prstGeom prst="roundRect">
            <a:avLst>
              <a:gd name="adj" fmla="val 300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latin typeface="Verdana" panose="020B0604030504040204" pitchFamily="34" charset="0"/>
              <a:ea typeface="Verdana" panose="020B0604030504040204" pitchFamily="34" charset="0"/>
              <a:cs typeface="Verdana" panose="020B0604030504040204" pitchFamily="34" charset="0"/>
            </a:endParaRPr>
          </a:p>
        </p:txBody>
      </p:sp>
      <p:sp>
        <p:nvSpPr>
          <p:cNvPr id="18" name="Rounded Rectangle 7">
            <a:extLst>
              <a:ext uri="{FF2B5EF4-FFF2-40B4-BE49-F238E27FC236}">
                <a16:creationId xmlns:a16="http://schemas.microsoft.com/office/drawing/2014/main" id="{BC1E35BE-55F3-DFEA-F1B0-6FBF154E9C6D}"/>
              </a:ext>
            </a:extLst>
          </p:cNvPr>
          <p:cNvSpPr/>
          <p:nvPr/>
        </p:nvSpPr>
        <p:spPr>
          <a:xfrm>
            <a:off x="366094" y="22292215"/>
            <a:ext cx="10361369" cy="4115240"/>
          </a:xfrm>
          <a:prstGeom prst="roundRect">
            <a:avLst>
              <a:gd name="adj" fmla="val 300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latin typeface="Verdana" panose="020B0604030504040204" pitchFamily="34" charset="0"/>
              <a:ea typeface="Verdana" panose="020B0604030504040204" pitchFamily="34" charset="0"/>
              <a:cs typeface="Verdana" panose="020B0604030504040204" pitchFamily="34" charset="0"/>
            </a:endParaRPr>
          </a:p>
        </p:txBody>
      </p:sp>
      <p:sp>
        <p:nvSpPr>
          <p:cNvPr id="16" name="Rounded Rectangle 7">
            <a:extLst>
              <a:ext uri="{FF2B5EF4-FFF2-40B4-BE49-F238E27FC236}">
                <a16:creationId xmlns:a16="http://schemas.microsoft.com/office/drawing/2014/main" id="{3F2C1627-5982-17ED-4620-11ED39FAFC72}"/>
              </a:ext>
            </a:extLst>
          </p:cNvPr>
          <p:cNvSpPr/>
          <p:nvPr/>
        </p:nvSpPr>
        <p:spPr>
          <a:xfrm>
            <a:off x="10730343" y="4884965"/>
            <a:ext cx="10796826" cy="9497084"/>
          </a:xfrm>
          <a:prstGeom prst="roundRect">
            <a:avLst>
              <a:gd name="adj" fmla="val 2205"/>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latin typeface="Verdana" panose="020B0604030504040204" pitchFamily="34" charset="0"/>
              <a:ea typeface="Verdana" panose="020B0604030504040204" pitchFamily="34" charset="0"/>
              <a:cs typeface="Verdana" panose="020B0604030504040204" pitchFamily="34" charset="0"/>
            </a:endParaRPr>
          </a:p>
        </p:txBody>
      </p:sp>
      <p:sp>
        <p:nvSpPr>
          <p:cNvPr id="15" name="Rounded Rectangle 7">
            <a:extLst>
              <a:ext uri="{FF2B5EF4-FFF2-40B4-BE49-F238E27FC236}">
                <a16:creationId xmlns:a16="http://schemas.microsoft.com/office/drawing/2014/main" id="{802046BA-4E0A-0A46-F149-03D05F317820}"/>
              </a:ext>
            </a:extLst>
          </p:cNvPr>
          <p:cNvSpPr/>
          <p:nvPr/>
        </p:nvSpPr>
        <p:spPr>
          <a:xfrm>
            <a:off x="366094" y="8085556"/>
            <a:ext cx="9964938" cy="6262053"/>
          </a:xfrm>
          <a:prstGeom prst="roundRect">
            <a:avLst>
              <a:gd name="adj" fmla="val 2205"/>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latin typeface="Verdana" panose="020B0604030504040204" pitchFamily="34" charset="0"/>
              <a:ea typeface="Verdana" panose="020B0604030504040204" pitchFamily="34" charset="0"/>
              <a:cs typeface="Verdana" panose="020B0604030504040204" pitchFamily="34" charset="0"/>
            </a:endParaRPr>
          </a:p>
        </p:txBody>
      </p:sp>
      <p:sp>
        <p:nvSpPr>
          <p:cNvPr id="14" name="Rounded Rectangle 7">
            <a:extLst>
              <a:ext uri="{FF2B5EF4-FFF2-40B4-BE49-F238E27FC236}">
                <a16:creationId xmlns:a16="http://schemas.microsoft.com/office/drawing/2014/main" id="{874C2C8B-2FD1-E9BA-1804-053D007121DE}"/>
              </a:ext>
            </a:extLst>
          </p:cNvPr>
          <p:cNvSpPr/>
          <p:nvPr/>
        </p:nvSpPr>
        <p:spPr>
          <a:xfrm>
            <a:off x="366094" y="4904045"/>
            <a:ext cx="9964937" cy="2733994"/>
          </a:xfrm>
          <a:prstGeom prst="roundRect">
            <a:avLst>
              <a:gd name="adj" fmla="val 758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latin typeface="Verdana" panose="020B0604030504040204" pitchFamily="34" charset="0"/>
              <a:ea typeface="Verdana" panose="020B0604030504040204" pitchFamily="34" charset="0"/>
              <a:cs typeface="Verdana" panose="020B0604030504040204" pitchFamily="34" charset="0"/>
            </a:endParaRPr>
          </a:p>
        </p:txBody>
      </p:sp>
      <p:pic>
        <p:nvPicPr>
          <p:cNvPr id="7" name="Picture 6" descr="Background pattern&#10;&#10;Description automatically generated">
            <a:extLst>
              <a:ext uri="{FF2B5EF4-FFF2-40B4-BE49-F238E27FC236}">
                <a16:creationId xmlns:a16="http://schemas.microsoft.com/office/drawing/2014/main" id="{A2003A19-3840-DA4F-90F1-76F35B6CB8C9}"/>
              </a:ext>
            </a:extLst>
          </p:cNvPr>
          <p:cNvPicPr>
            <a:picLocks noChangeAspect="1"/>
          </p:cNvPicPr>
          <p:nvPr/>
        </p:nvPicPr>
        <p:blipFill rotWithShape="1">
          <a:blip r:embed="rId3">
            <a:extLst>
              <a:ext uri="{28A0092B-C50C-407E-A947-70E740481C1C}">
                <a14:useLocalDpi xmlns:a14="http://schemas.microsoft.com/office/drawing/2010/main" val="0"/>
              </a:ext>
            </a:extLst>
          </a:blip>
          <a:srcRect t="62963"/>
          <a:stretch/>
        </p:blipFill>
        <p:spPr>
          <a:xfrm>
            <a:off x="0" y="0"/>
            <a:ext cx="21945600" cy="4572001"/>
          </a:xfrm>
          <a:prstGeom prst="rect">
            <a:avLst/>
          </a:prstGeom>
        </p:spPr>
      </p:pic>
      <p:sp>
        <p:nvSpPr>
          <p:cNvPr id="26" name="TextBox 5">
            <a:extLst>
              <a:ext uri="{FF2B5EF4-FFF2-40B4-BE49-F238E27FC236}">
                <a16:creationId xmlns:a16="http://schemas.microsoft.com/office/drawing/2014/main" id="{5181264A-062E-C246-AA12-249B637CA50F}"/>
              </a:ext>
            </a:extLst>
          </p:cNvPr>
          <p:cNvSpPr txBox="1">
            <a:spLocks noChangeArrowheads="1"/>
          </p:cNvSpPr>
          <p:nvPr/>
        </p:nvSpPr>
        <p:spPr bwMode="auto">
          <a:xfrm>
            <a:off x="838442" y="427716"/>
            <a:ext cx="13065871" cy="2831544"/>
          </a:xfrm>
          <a:prstGeom prst="rect">
            <a:avLst/>
          </a:prstGeom>
          <a:noFill/>
          <a:ln w="9525">
            <a:noFill/>
            <a:miter lim="800000"/>
            <a:headEnd/>
            <a:tailEnd/>
          </a:ln>
        </p:spPr>
        <p:txBody>
          <a:bodyPr wrap="square" lIns="91440" tIns="45720" rIns="91440" bIns="45720" anchor="t">
            <a:spAutoFit/>
          </a:bodyPr>
          <a:lstStyle/>
          <a:p>
            <a:pPr>
              <a:lnSpc>
                <a:spcPct val="150000"/>
              </a:lnSpc>
            </a:pPr>
            <a:r>
              <a:rPr lang="en-US" sz="6000" b="1" dirty="0">
                <a:latin typeface="Verdana"/>
                <a:ea typeface="Verdana"/>
                <a:cs typeface="Verdana" panose="020B0604030504040204" pitchFamily="34" charset="0"/>
              </a:rPr>
              <a:t>Robot Simulation</a:t>
            </a:r>
            <a:endParaRPr lang="en-US" sz="6000" b="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Arial" panose="020B0604020202020204" pitchFamily="34" charset="0"/>
              <a:buChar char="•"/>
            </a:pPr>
            <a:r>
              <a:rPr lang="en-US" sz="2800" dirty="0">
                <a:latin typeface="Verdana"/>
                <a:ea typeface="Verdana"/>
              </a:rPr>
              <a:t>Andrew Ament, Hunter Rohrbaugh, Braden Scott, Ryan Woodruff</a:t>
            </a:r>
            <a:endParaRPr lang="en-US" dirty="0"/>
          </a:p>
          <a:p>
            <a:pPr marL="457200" indent="-457200">
              <a:buFont typeface="Arial" panose="020B0604020202020204" pitchFamily="34" charset="0"/>
              <a:buChar char="•"/>
            </a:pPr>
            <a:r>
              <a:rPr lang="en-US" sz="2800" dirty="0">
                <a:latin typeface="Verdana"/>
                <a:ea typeface="Verdana"/>
                <a:cs typeface="Verdana" panose="020B0604030504040204" pitchFamily="34" charset="0"/>
              </a:rPr>
              <a:t>Professor Nancy Reddig</a:t>
            </a:r>
            <a:r>
              <a:rPr lang="en-US" sz="6000" b="1" dirty="0">
                <a:latin typeface="Verdana"/>
                <a:ea typeface="Verdana"/>
                <a:cs typeface="Verdana" panose="020B0604030504040204" pitchFamily="34" charset="0"/>
              </a:rPr>
              <a:t> </a:t>
            </a:r>
          </a:p>
        </p:txBody>
      </p:sp>
      <p:sp>
        <p:nvSpPr>
          <p:cNvPr id="30" name="TextBox 5">
            <a:extLst>
              <a:ext uri="{FF2B5EF4-FFF2-40B4-BE49-F238E27FC236}">
                <a16:creationId xmlns:a16="http://schemas.microsoft.com/office/drawing/2014/main" id="{C0DFC760-15A9-E74F-85E4-9210EF3EAB9A}"/>
              </a:ext>
            </a:extLst>
          </p:cNvPr>
          <p:cNvSpPr txBox="1">
            <a:spLocks noChangeArrowheads="1"/>
          </p:cNvSpPr>
          <p:nvPr/>
        </p:nvSpPr>
        <p:spPr bwMode="auto">
          <a:xfrm>
            <a:off x="11277602" y="5275416"/>
            <a:ext cx="9772483" cy="1421223"/>
          </a:xfrm>
          <a:prstGeom prst="rect">
            <a:avLst/>
          </a:prstGeom>
          <a:noFill/>
          <a:ln w="9525">
            <a:noFill/>
            <a:miter lim="800000"/>
            <a:headEnd/>
            <a:tailEnd/>
          </a:ln>
        </p:spPr>
        <p:txBody>
          <a:bodyPr wrap="square" lIns="91440" tIns="45720" rIns="91440" bIns="45720" anchor="t">
            <a:spAutoFit/>
          </a:bodyPr>
          <a:lstStyle/>
          <a:p>
            <a:pPr>
              <a:lnSpc>
                <a:spcPts val="5400"/>
              </a:lnSpc>
            </a:pPr>
            <a:r>
              <a:rPr lang="en-US" sz="4400" b="1" dirty="0">
                <a:solidFill>
                  <a:srgbClr val="004B98"/>
                </a:solidFill>
                <a:latin typeface="Verdana"/>
                <a:ea typeface="Verdana"/>
                <a:cs typeface="Verdana" panose="020B0604030504040204" pitchFamily="34" charset="0"/>
              </a:rPr>
              <a:t>TECHNICAL DESIGN &amp; DATA MODEL </a:t>
            </a:r>
          </a:p>
        </p:txBody>
      </p:sp>
      <p:sp>
        <p:nvSpPr>
          <p:cNvPr id="32" name="Rectangle 31">
            <a:extLst>
              <a:ext uri="{FF2B5EF4-FFF2-40B4-BE49-F238E27FC236}">
                <a16:creationId xmlns:a16="http://schemas.microsoft.com/office/drawing/2014/main" id="{A30A9D2C-1A4F-6C43-B607-78408483E904}"/>
              </a:ext>
            </a:extLst>
          </p:cNvPr>
          <p:cNvSpPr/>
          <p:nvPr/>
        </p:nvSpPr>
        <p:spPr>
          <a:xfrm>
            <a:off x="16042" y="26754364"/>
            <a:ext cx="21948899" cy="2506436"/>
          </a:xfrm>
          <a:prstGeom prst="rect">
            <a:avLst/>
          </a:prstGeom>
          <a:solidFill>
            <a:srgbClr val="0A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a:latin typeface="Verdana" panose="020B0604030504040204" pitchFamily="34" charset="0"/>
              <a:ea typeface="Verdana" panose="020B0604030504040204" pitchFamily="34" charset="0"/>
              <a:cs typeface="Verdana" panose="020B0604030504040204" pitchFamily="34" charset="0"/>
            </a:endParaRPr>
          </a:p>
        </p:txBody>
      </p:sp>
      <p:sp>
        <p:nvSpPr>
          <p:cNvPr id="6" name="Rectangle 5">
            <a:extLst>
              <a:ext uri="{FF2B5EF4-FFF2-40B4-BE49-F238E27FC236}">
                <a16:creationId xmlns:a16="http://schemas.microsoft.com/office/drawing/2014/main" id="{14F8300E-597A-2E48-AA00-E49A657DC547}"/>
              </a:ext>
            </a:extLst>
          </p:cNvPr>
          <p:cNvSpPr/>
          <p:nvPr/>
        </p:nvSpPr>
        <p:spPr>
          <a:xfrm>
            <a:off x="8224871" y="28007582"/>
            <a:ext cx="13196241" cy="728726"/>
          </a:xfrm>
          <a:prstGeom prst="rect">
            <a:avLst/>
          </a:prstGeom>
        </p:spPr>
        <p:txBody>
          <a:bodyPr wrap="none">
            <a:spAutoFit/>
          </a:bodyPr>
          <a:lstStyle/>
          <a:p>
            <a:pPr>
              <a:lnSpc>
                <a:spcPts val="5400"/>
              </a:lnSpc>
            </a:pPr>
            <a:r>
              <a:rPr lang="en-US" sz="4400" b="1" dirty="0">
                <a:latin typeface="Verdana" panose="020B0604030504040204" pitchFamily="34" charset="0"/>
                <a:ea typeface="Verdana" panose="020B0604030504040204" pitchFamily="34" charset="0"/>
                <a:cs typeface="Verdana" panose="020B0604030504040204" pitchFamily="34" charset="0"/>
              </a:rPr>
              <a:t>E</a:t>
            </a:r>
            <a:r>
              <a:rPr lang="en-US" sz="3600" b="1" dirty="0">
                <a:solidFill>
                  <a:srgbClr val="3FB4E5"/>
                </a:solidFill>
                <a:latin typeface="Verdana" panose="020B0604030504040204" pitchFamily="34" charset="0"/>
                <a:ea typeface="Verdana" panose="020B0604030504040204" pitchFamily="34" charset="0"/>
                <a:cs typeface="Verdana" panose="020B0604030504040204" pitchFamily="34" charset="0"/>
              </a:rPr>
              <a:t>DUCATE FOR SERVICE. </a:t>
            </a:r>
            <a:r>
              <a:rPr lang="en-US" sz="4400" b="1" dirty="0">
                <a:latin typeface="Verdana" panose="020B0604030504040204" pitchFamily="34" charset="0"/>
                <a:ea typeface="Verdana" panose="020B0604030504040204" pitchFamily="34" charset="0"/>
                <a:cs typeface="Verdana" panose="020B0604030504040204" pitchFamily="34" charset="0"/>
              </a:rPr>
              <a:t>E</a:t>
            </a:r>
            <a:r>
              <a:rPr lang="en-US" sz="3600" b="1" dirty="0">
                <a:solidFill>
                  <a:srgbClr val="3FB4E5"/>
                </a:solidFill>
                <a:latin typeface="Verdana" panose="020B0604030504040204" pitchFamily="34" charset="0"/>
                <a:ea typeface="Verdana" panose="020B0604030504040204" pitchFamily="34" charset="0"/>
                <a:cs typeface="Verdana" panose="020B0604030504040204" pitchFamily="34" charset="0"/>
              </a:rPr>
              <a:t>NGINEER FOR SOCIETY.</a:t>
            </a:r>
          </a:p>
        </p:txBody>
      </p:sp>
      <p:sp>
        <p:nvSpPr>
          <p:cNvPr id="37" name="TextBox 5">
            <a:extLst>
              <a:ext uri="{FF2B5EF4-FFF2-40B4-BE49-F238E27FC236}">
                <a16:creationId xmlns:a16="http://schemas.microsoft.com/office/drawing/2014/main" id="{3EE91195-4D0D-FD48-8ED2-263DC56EE138}"/>
              </a:ext>
            </a:extLst>
          </p:cNvPr>
          <p:cNvSpPr txBox="1">
            <a:spLocks noChangeArrowheads="1"/>
          </p:cNvSpPr>
          <p:nvPr/>
        </p:nvSpPr>
        <p:spPr bwMode="auto">
          <a:xfrm>
            <a:off x="718212" y="8412479"/>
            <a:ext cx="9157308" cy="3600986"/>
          </a:xfrm>
          <a:prstGeom prst="rect">
            <a:avLst/>
          </a:prstGeom>
          <a:noFill/>
          <a:ln w="9525">
            <a:noFill/>
            <a:miter lim="800000"/>
            <a:headEnd/>
            <a:tailEnd/>
          </a:ln>
        </p:spPr>
        <p:txBody>
          <a:bodyPr wrap="square" lIns="91440" tIns="45720" rIns="91440" bIns="45720" anchor="t">
            <a:spAutoFit/>
          </a:bodyPr>
          <a:lstStyle/>
          <a:p>
            <a:r>
              <a:rPr lang="en-US" sz="4400" b="1" dirty="0">
                <a:solidFill>
                  <a:srgbClr val="004B98"/>
                </a:solidFill>
                <a:latin typeface="Verdana" panose="020B0604030504040204" pitchFamily="34" charset="0"/>
                <a:ea typeface="Verdana" panose="020B0604030504040204" pitchFamily="34" charset="0"/>
                <a:cs typeface="Verdana" panose="020B0604030504040204" pitchFamily="34" charset="0"/>
              </a:rPr>
              <a:t>DESIGN SPECIFICATIONS &amp; SYSTEM REQUIREMENTS</a:t>
            </a:r>
          </a:p>
          <a:p>
            <a:endParaRPr lang="en-US" sz="4400" b="1" dirty="0">
              <a:solidFill>
                <a:srgbClr val="004B98"/>
              </a:solidFill>
              <a:latin typeface="Verdana" panose="020B0604030504040204" pitchFamily="34" charset="0"/>
              <a:ea typeface="Verdana" panose="020B0604030504040204" pitchFamily="34" charset="0"/>
              <a:cs typeface="Verdana" panose="020B0604030504040204" pitchFamily="34" charset="0"/>
            </a:endParaRPr>
          </a:p>
          <a:p>
            <a:pPr marL="457200" indent="-457200">
              <a:buFont typeface="Arial" panose="020B0604020202020204" pitchFamily="34" charset="0"/>
              <a:buChar char="•"/>
            </a:pPr>
            <a:r>
              <a:rPr lang="en-US" sz="2400" dirty="0">
                <a:solidFill>
                  <a:schemeClr val="bg1"/>
                </a:solidFill>
                <a:latin typeface="Verdana"/>
                <a:ea typeface="Verdana"/>
                <a:cs typeface="Verdana" panose="020B0604030504040204" pitchFamily="34" charset="0"/>
              </a:rPr>
              <a:t>The website and robotic arm had to be connected through the use of a database.</a:t>
            </a:r>
            <a:endParaRPr lang="en-US" sz="2400" dirty="0">
              <a:solidFill>
                <a:schemeClr val="bg1"/>
              </a:solidFill>
              <a:latin typeface="Verdana" panose="020B0604030504040204" pitchFamily="34" charset="0"/>
              <a:ea typeface="Verdana" panose="020B0604030504040204" pitchFamily="34" charset="0"/>
              <a:cs typeface="Verdana" panose="020B0604030504040204" pitchFamily="34" charset="0"/>
            </a:endParaRPr>
          </a:p>
          <a:p>
            <a:pPr marL="457200" indent="-457200">
              <a:buFont typeface="Arial" panose="020B0604020202020204" pitchFamily="34" charset="0"/>
              <a:buChar char="•"/>
            </a:pPr>
            <a:r>
              <a:rPr lang="en-US" sz="2400" dirty="0">
                <a:solidFill>
                  <a:schemeClr val="bg1"/>
                </a:solidFill>
                <a:latin typeface="Verdana"/>
                <a:ea typeface="Verdana"/>
                <a:cs typeface="Verdana" panose="020B0604030504040204" pitchFamily="34" charset="0"/>
              </a:rPr>
              <a:t>The robot had to be coded with </a:t>
            </a:r>
            <a:r>
              <a:rPr lang="en-US" sz="2400" dirty="0" err="1">
                <a:solidFill>
                  <a:schemeClr val="bg1"/>
                </a:solidFill>
                <a:latin typeface="Verdana"/>
                <a:ea typeface="Verdana"/>
                <a:cs typeface="Verdana" panose="020B0604030504040204" pitchFamily="34" charset="0"/>
              </a:rPr>
              <a:t>blockly</a:t>
            </a:r>
            <a:r>
              <a:rPr lang="en-US" sz="2400" dirty="0">
                <a:solidFill>
                  <a:schemeClr val="bg1"/>
                </a:solidFill>
                <a:latin typeface="Verdana"/>
                <a:ea typeface="Verdana"/>
                <a:cs typeface="Verdana" panose="020B0604030504040204" pitchFamily="34" charset="0"/>
              </a:rPr>
              <a:t> code as well as python.</a:t>
            </a:r>
            <a:endParaRPr lang="en-US" sz="2400"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39" name="TextBox 5">
            <a:extLst>
              <a:ext uri="{FF2B5EF4-FFF2-40B4-BE49-F238E27FC236}">
                <a16:creationId xmlns:a16="http://schemas.microsoft.com/office/drawing/2014/main" id="{A787EF9C-4AF3-C040-9DE6-E90BD8D019B9}"/>
              </a:ext>
            </a:extLst>
          </p:cNvPr>
          <p:cNvSpPr txBox="1">
            <a:spLocks noChangeArrowheads="1"/>
          </p:cNvSpPr>
          <p:nvPr/>
        </p:nvSpPr>
        <p:spPr bwMode="auto">
          <a:xfrm>
            <a:off x="616405" y="22449466"/>
            <a:ext cx="9714626" cy="728726"/>
          </a:xfrm>
          <a:prstGeom prst="rect">
            <a:avLst/>
          </a:prstGeom>
          <a:noFill/>
          <a:ln w="9525">
            <a:noFill/>
            <a:miter lim="800000"/>
            <a:headEnd/>
            <a:tailEnd/>
          </a:ln>
        </p:spPr>
        <p:txBody>
          <a:bodyPr wrap="square" lIns="91440" tIns="45720" rIns="91440" bIns="45720" anchor="t">
            <a:spAutoFit/>
          </a:bodyPr>
          <a:lstStyle/>
          <a:p>
            <a:pPr>
              <a:lnSpc>
                <a:spcPts val="5400"/>
              </a:lnSpc>
            </a:pPr>
            <a:r>
              <a:rPr lang="en-US" sz="4400" b="1" dirty="0">
                <a:solidFill>
                  <a:srgbClr val="004B98"/>
                </a:solidFill>
                <a:latin typeface="Verdana"/>
                <a:ea typeface="Verdana"/>
                <a:cs typeface="Verdana" panose="020B0604030504040204" pitchFamily="34" charset="0"/>
              </a:rPr>
              <a:t>LESSONS LEARNED</a:t>
            </a:r>
            <a:endParaRPr lang="en-US" sz="2400"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41" name="TextBox 5">
            <a:extLst>
              <a:ext uri="{FF2B5EF4-FFF2-40B4-BE49-F238E27FC236}">
                <a16:creationId xmlns:a16="http://schemas.microsoft.com/office/drawing/2014/main" id="{D2D11FAC-831D-D343-846B-1A97A88A4976}"/>
              </a:ext>
            </a:extLst>
          </p:cNvPr>
          <p:cNvSpPr txBox="1">
            <a:spLocks noChangeArrowheads="1"/>
          </p:cNvSpPr>
          <p:nvPr/>
        </p:nvSpPr>
        <p:spPr bwMode="auto">
          <a:xfrm>
            <a:off x="11512762" y="22409021"/>
            <a:ext cx="9714626" cy="1421223"/>
          </a:xfrm>
          <a:prstGeom prst="rect">
            <a:avLst/>
          </a:prstGeom>
          <a:noFill/>
          <a:ln w="9525">
            <a:noFill/>
            <a:miter lim="800000"/>
            <a:headEnd/>
            <a:tailEnd/>
          </a:ln>
        </p:spPr>
        <p:txBody>
          <a:bodyPr wrap="square" lIns="91440" tIns="45720" rIns="91440" bIns="45720" anchor="t">
            <a:spAutoFit/>
          </a:bodyPr>
          <a:lstStyle/>
          <a:p>
            <a:pPr>
              <a:lnSpc>
                <a:spcPts val="5400"/>
              </a:lnSpc>
            </a:pPr>
            <a:r>
              <a:rPr lang="en-US" sz="4400" b="1" dirty="0">
                <a:solidFill>
                  <a:srgbClr val="004B98"/>
                </a:solidFill>
                <a:latin typeface="Verdana"/>
                <a:ea typeface="Verdana"/>
                <a:cs typeface="Verdana" panose="020B0604030504040204" pitchFamily="34" charset="0"/>
              </a:rPr>
              <a:t>REFERENCES &amp; ACKNOWLEDGEMENTS</a:t>
            </a:r>
          </a:p>
        </p:txBody>
      </p:sp>
      <p:sp>
        <p:nvSpPr>
          <p:cNvPr id="42" name="TextBox 5">
            <a:extLst>
              <a:ext uri="{FF2B5EF4-FFF2-40B4-BE49-F238E27FC236}">
                <a16:creationId xmlns:a16="http://schemas.microsoft.com/office/drawing/2014/main" id="{FC334FAC-0EBE-6640-BE53-DCB61AFB98B1}"/>
              </a:ext>
            </a:extLst>
          </p:cNvPr>
          <p:cNvSpPr txBox="1">
            <a:spLocks noChangeArrowheads="1"/>
          </p:cNvSpPr>
          <p:nvPr/>
        </p:nvSpPr>
        <p:spPr bwMode="auto">
          <a:xfrm>
            <a:off x="800974" y="4893345"/>
            <a:ext cx="8678306" cy="1892826"/>
          </a:xfrm>
          <a:prstGeom prst="rect">
            <a:avLst/>
          </a:prstGeom>
          <a:noFill/>
          <a:ln w="9525">
            <a:noFill/>
            <a:miter lim="800000"/>
            <a:headEnd/>
            <a:tailEnd/>
          </a:ln>
        </p:spPr>
        <p:txBody>
          <a:bodyPr wrap="square">
            <a:spAutoFit/>
          </a:bodyPr>
          <a:lstStyle/>
          <a:p>
            <a:pPr>
              <a:lnSpc>
                <a:spcPts val="5400"/>
              </a:lnSpc>
            </a:pPr>
            <a:r>
              <a:rPr lang="en-US" sz="4400" b="1" dirty="0">
                <a:solidFill>
                  <a:srgbClr val="004B98"/>
                </a:solidFill>
                <a:latin typeface="Verdana" panose="020B0604030504040204" pitchFamily="34" charset="0"/>
                <a:ea typeface="Verdana" panose="020B0604030504040204" pitchFamily="34" charset="0"/>
                <a:cs typeface="Verdana" panose="020B0604030504040204" pitchFamily="34" charset="0"/>
              </a:rPr>
              <a:t>OPPORTUNITY/PURPOSE</a:t>
            </a:r>
          </a:p>
          <a:p>
            <a:r>
              <a:rPr lang="en-US" sz="2400" dirty="0">
                <a:solidFill>
                  <a:schemeClr val="bg1"/>
                </a:solidFill>
                <a:latin typeface="Verdana" panose="020B0604030504040204" pitchFamily="34" charset="0"/>
                <a:ea typeface="Verdana" panose="020B0604030504040204" pitchFamily="34" charset="0"/>
                <a:cs typeface="Verdana" panose="020B0604030504040204" pitchFamily="34" charset="0"/>
              </a:rPr>
              <a:t>Problem identification, state of the art, and market. </a:t>
            </a:r>
          </a:p>
          <a:p>
            <a:endParaRPr lang="en-US" sz="2400" dirty="0">
              <a:solidFill>
                <a:schemeClr val="bg1"/>
              </a:solidFill>
              <a:latin typeface="Verdana" panose="020B0604030504040204" pitchFamily="34" charset="0"/>
              <a:ea typeface="Verdana" panose="020B0604030504040204" pitchFamily="34" charset="0"/>
              <a:cs typeface="Verdana" panose="020B0604030504040204" pitchFamily="34" charset="0"/>
            </a:endParaRPr>
          </a:p>
          <a:p>
            <a:endParaRPr lang="en-US" sz="2400" dirty="0">
              <a:solidFill>
                <a:srgbClr val="0A2240"/>
              </a:solidFill>
              <a:latin typeface="Verdana" panose="020B0604030504040204" pitchFamily="34" charset="0"/>
              <a:ea typeface="Verdana" panose="020B0604030504040204" pitchFamily="34" charset="0"/>
              <a:cs typeface="Verdana" panose="020B0604030504040204" pitchFamily="34" charset="0"/>
            </a:endParaRPr>
          </a:p>
        </p:txBody>
      </p:sp>
      <p:sp>
        <p:nvSpPr>
          <p:cNvPr id="8" name="Rounded Rectangle 7">
            <a:extLst>
              <a:ext uri="{FF2B5EF4-FFF2-40B4-BE49-F238E27FC236}">
                <a16:creationId xmlns:a16="http://schemas.microsoft.com/office/drawing/2014/main" id="{EA59D6CB-81AA-E84E-B518-60203D9CB40B}"/>
              </a:ext>
            </a:extLst>
          </p:cNvPr>
          <p:cNvSpPr/>
          <p:nvPr/>
        </p:nvSpPr>
        <p:spPr>
          <a:xfrm>
            <a:off x="366094" y="14872102"/>
            <a:ext cx="21169698" cy="7083919"/>
          </a:xfrm>
          <a:prstGeom prst="roundRect">
            <a:avLst>
              <a:gd name="adj" fmla="val 300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latin typeface="Verdana" panose="020B0604030504040204" pitchFamily="34" charset="0"/>
              <a:ea typeface="Verdana" panose="020B0604030504040204" pitchFamily="34" charset="0"/>
              <a:cs typeface="Verdana" panose="020B0604030504040204" pitchFamily="34" charset="0"/>
            </a:endParaRPr>
          </a:p>
        </p:txBody>
      </p:sp>
      <p:pic>
        <p:nvPicPr>
          <p:cNvPr id="11" name="Picture 10" descr="Logo, company name&#10;&#10;Description automatically generated">
            <a:extLst>
              <a:ext uri="{FF2B5EF4-FFF2-40B4-BE49-F238E27FC236}">
                <a16:creationId xmlns:a16="http://schemas.microsoft.com/office/drawing/2014/main" id="{CDDD39E9-C2DD-7D49-BA3B-A857464A41F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957655" y="-226231"/>
            <a:ext cx="5759265" cy="3241772"/>
          </a:xfrm>
          <a:prstGeom prst="rect">
            <a:avLst/>
          </a:prstGeom>
        </p:spPr>
      </p:pic>
      <p:pic>
        <p:nvPicPr>
          <p:cNvPr id="17" name="Picture 16">
            <a:extLst>
              <a:ext uri="{FF2B5EF4-FFF2-40B4-BE49-F238E27FC236}">
                <a16:creationId xmlns:a16="http://schemas.microsoft.com/office/drawing/2014/main" id="{DF9C8C35-2E7B-EE4D-B4D9-6783F779BE27}"/>
              </a:ext>
            </a:extLst>
          </p:cNvPr>
          <p:cNvPicPr>
            <a:picLocks noChangeAspect="1"/>
          </p:cNvPicPr>
          <p:nvPr/>
        </p:nvPicPr>
        <p:blipFill>
          <a:blip r:embed="rId5"/>
          <a:stretch>
            <a:fillRect/>
          </a:stretch>
        </p:blipFill>
        <p:spPr>
          <a:xfrm>
            <a:off x="-5623468" y="10547598"/>
            <a:ext cx="5238002" cy="3556075"/>
          </a:xfrm>
          <a:prstGeom prst="rect">
            <a:avLst/>
          </a:prstGeom>
        </p:spPr>
      </p:pic>
      <p:grpSp>
        <p:nvGrpSpPr>
          <p:cNvPr id="10" name="Group 9">
            <a:extLst>
              <a:ext uri="{FF2B5EF4-FFF2-40B4-BE49-F238E27FC236}">
                <a16:creationId xmlns:a16="http://schemas.microsoft.com/office/drawing/2014/main" id="{88E2187F-2437-8495-F268-4EBBA7E3FBFC}"/>
              </a:ext>
            </a:extLst>
          </p:cNvPr>
          <p:cNvGrpSpPr/>
          <p:nvPr/>
        </p:nvGrpSpPr>
        <p:grpSpPr>
          <a:xfrm>
            <a:off x="14045285" y="17962948"/>
            <a:ext cx="7375827" cy="3594348"/>
            <a:chOff x="2087371" y="5007162"/>
            <a:chExt cx="9290050" cy="4374987"/>
          </a:xfrm>
        </p:grpSpPr>
        <p:sp>
          <p:nvSpPr>
            <p:cNvPr id="12" name="Rectangle 11">
              <a:extLst>
                <a:ext uri="{FF2B5EF4-FFF2-40B4-BE49-F238E27FC236}">
                  <a16:creationId xmlns:a16="http://schemas.microsoft.com/office/drawing/2014/main" id="{393F5EC4-0338-4699-00E7-9EF03F852A2F}"/>
                </a:ext>
              </a:extLst>
            </p:cNvPr>
            <p:cNvSpPr/>
            <p:nvPr/>
          </p:nvSpPr>
          <p:spPr>
            <a:xfrm>
              <a:off x="2087371" y="5007162"/>
              <a:ext cx="9290050" cy="4374987"/>
            </a:xfrm>
            <a:prstGeom prst="rect">
              <a:avLst/>
            </a:prstGeom>
            <a:solidFill>
              <a:srgbClr val="E126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2361529-C3E2-D40F-3851-F51C8E7288BC}"/>
                </a:ext>
              </a:extLst>
            </p:cNvPr>
            <p:cNvSpPr/>
            <p:nvPr/>
          </p:nvSpPr>
          <p:spPr>
            <a:xfrm>
              <a:off x="2285333" y="5497576"/>
              <a:ext cx="8624769" cy="2246139"/>
            </a:xfrm>
            <a:prstGeom prst="rect">
              <a:avLst/>
            </a:prstGeom>
          </p:spPr>
          <p:txBody>
            <a:bodyPr wrap="square">
              <a:spAutoFit/>
            </a:bodyPr>
            <a:lstStyle/>
            <a:p>
              <a:pPr>
                <a:spcAft>
                  <a:spcPts val="600"/>
                </a:spcAft>
              </a:pPr>
              <a:r>
                <a:rPr lang="en-US" sz="4400" b="1" dirty="0">
                  <a:solidFill>
                    <a:schemeClr val="bg1"/>
                  </a:solidFill>
                  <a:latin typeface="Verdana" panose="020B0604030504040204" pitchFamily="34" charset="0"/>
                  <a:ea typeface="Verdana" panose="020B0604030504040204" pitchFamily="34" charset="0"/>
                  <a:cs typeface="Verdana" panose="020B0604030504040204" pitchFamily="34" charset="0"/>
                </a:rPr>
                <a:t>IMPACT</a:t>
              </a:r>
            </a:p>
            <a:p>
              <a:pPr>
                <a:spcAft>
                  <a:spcPts val="600"/>
                </a:spcAft>
              </a:pPr>
              <a:r>
                <a:rPr lang="en-US" sz="2800" dirty="0">
                  <a:solidFill>
                    <a:schemeClr val="bg1"/>
                  </a:solidFill>
                  <a:latin typeface="Verdana" panose="020B0604030504040204" pitchFamily="34" charset="0"/>
                  <a:ea typeface="Verdana" panose="020B0604030504040204" pitchFamily="34" charset="0"/>
                  <a:cs typeface="Verdana" panose="020B0604030504040204" pitchFamily="34" charset="0"/>
                </a:rPr>
                <a:t>In 1-2 sentences, what positive impact does your project have? </a:t>
              </a:r>
            </a:p>
            <a:p>
              <a:pPr>
                <a:spcAft>
                  <a:spcPts val="600"/>
                </a:spcAft>
              </a:pPr>
              <a:r>
                <a:rPr lang="en-US" sz="2800" dirty="0">
                  <a:solidFill>
                    <a:schemeClr val="bg1"/>
                  </a:solidFill>
                  <a:latin typeface="Verdana" panose="020B0604030504040204" pitchFamily="34" charset="0"/>
                  <a:ea typeface="Verdana" panose="020B0604030504040204" pitchFamily="34" charset="0"/>
                  <a:cs typeface="Verdana" panose="020B0604030504040204" pitchFamily="34" charset="0"/>
                </a:rPr>
                <a:t>Environmental/climate? Social justice/equity? </a:t>
              </a:r>
              <a:endParaRPr lang="en-US" sz="2800" dirty="0">
                <a:solidFill>
                  <a:schemeClr val="bg1"/>
                </a:solidFill>
              </a:endParaRPr>
            </a:p>
          </p:txBody>
        </p:sp>
      </p:grpSp>
      <p:sp>
        <p:nvSpPr>
          <p:cNvPr id="22" name="Google Shape;128;p1">
            <a:extLst>
              <a:ext uri="{FF2B5EF4-FFF2-40B4-BE49-F238E27FC236}">
                <a16:creationId xmlns:a16="http://schemas.microsoft.com/office/drawing/2014/main" id="{D32BA0E8-46A5-D037-8A23-8F0B287020B9}"/>
              </a:ext>
            </a:extLst>
          </p:cNvPr>
          <p:cNvSpPr/>
          <p:nvPr/>
        </p:nvSpPr>
        <p:spPr>
          <a:xfrm rot="20844414">
            <a:off x="7076416" y="12218818"/>
            <a:ext cx="4805728" cy="2059823"/>
          </a:xfrm>
          <a:prstGeom prst="rect">
            <a:avLst/>
          </a:prstGeom>
          <a:solidFill>
            <a:srgbClr val="3DB5E6"/>
          </a:solidFill>
          <a:ln>
            <a:noFill/>
          </a:ln>
        </p:spPr>
        <p:txBody>
          <a:bodyPr spcFirstLastPara="1" wrap="square" lIns="83806" tIns="41892" rIns="83806" bIns="41892" anchor="t" anchorCtr="0">
            <a:spAutoFit/>
          </a:bodyPr>
          <a:lstStyle/>
          <a:p>
            <a:pPr algn="ctr"/>
            <a:r>
              <a:rPr lang="en-US" sz="2567" b="1" dirty="0">
                <a:solidFill>
                  <a:schemeClr val="bg1"/>
                </a:solidFill>
              </a:rPr>
              <a:t>You can ‘Color outside the lines’ to emphasize a key point. For example,</a:t>
            </a:r>
          </a:p>
          <a:p>
            <a:pPr algn="ctr"/>
            <a:r>
              <a:rPr lang="en-US" sz="2567" b="1" dirty="0">
                <a:solidFill>
                  <a:schemeClr val="bg1"/>
                </a:solidFill>
              </a:rPr>
              <a:t>Fun Fact: The system is designed to …</a:t>
            </a:r>
            <a:endParaRPr sz="2567" b="1" dirty="0">
              <a:solidFill>
                <a:schemeClr val="bg1"/>
              </a:solidFill>
            </a:endParaRPr>
          </a:p>
        </p:txBody>
      </p:sp>
      <p:sp>
        <p:nvSpPr>
          <p:cNvPr id="24" name="TextBox 23">
            <a:extLst>
              <a:ext uri="{FF2B5EF4-FFF2-40B4-BE49-F238E27FC236}">
                <a16:creationId xmlns:a16="http://schemas.microsoft.com/office/drawing/2014/main" id="{803DBD16-5AE4-3075-B381-675F35693C72}"/>
              </a:ext>
            </a:extLst>
          </p:cNvPr>
          <p:cNvSpPr txBox="1"/>
          <p:nvPr/>
        </p:nvSpPr>
        <p:spPr>
          <a:xfrm>
            <a:off x="718212" y="15048719"/>
            <a:ext cx="18606108" cy="2785378"/>
          </a:xfrm>
          <a:prstGeom prst="rect">
            <a:avLst/>
          </a:prstGeom>
          <a:noFill/>
        </p:spPr>
        <p:txBody>
          <a:bodyPr wrap="square">
            <a:spAutoFit/>
          </a:bodyPr>
          <a:lstStyle/>
          <a:p>
            <a:pPr>
              <a:lnSpc>
                <a:spcPts val="5400"/>
              </a:lnSpc>
              <a:spcAft>
                <a:spcPts val="1200"/>
              </a:spcAft>
            </a:pPr>
            <a:r>
              <a:rPr lang="en-US" sz="4400" b="1" dirty="0">
                <a:solidFill>
                  <a:srgbClr val="004B98"/>
                </a:solidFill>
                <a:latin typeface="Verdana" panose="020B0604030504040204" pitchFamily="34" charset="0"/>
                <a:ea typeface="Verdana" panose="020B0604030504040204" pitchFamily="34" charset="0"/>
                <a:cs typeface="Verdana" panose="020B0604030504040204" pitchFamily="34" charset="0"/>
              </a:rPr>
              <a:t>PROTOTYPE/PROCESS</a:t>
            </a:r>
            <a:endParaRPr lang="en-US" sz="4400" b="1" dirty="0">
              <a:solidFill>
                <a:schemeClr val="tx1"/>
              </a:solidFill>
              <a:latin typeface="Verdana" panose="020B0604030504040204" pitchFamily="34" charset="0"/>
              <a:ea typeface="Verdana" panose="020B0604030504040204" pitchFamily="34" charset="0"/>
              <a:cs typeface="Verdana" panose="020B0604030504040204" pitchFamily="34" charset="0"/>
            </a:endParaRPr>
          </a:p>
          <a:p>
            <a:r>
              <a:rPr lang="en-US" sz="4000" dirty="0">
                <a:solidFill>
                  <a:schemeClr val="bg1"/>
                </a:solidFill>
                <a:latin typeface="Verdana" panose="020B0604030504040204" pitchFamily="34" charset="0"/>
                <a:ea typeface="Verdana" panose="020B0604030504040204" pitchFamily="34" charset="0"/>
                <a:cs typeface="Verdana" panose="020B0604030504040204" pitchFamily="34" charset="0"/>
              </a:rPr>
              <a:t>Consider screenshots of your project. Pointing out the key features, design aspects, improvements, and performance. These should conceptually map to your design specifications. </a:t>
            </a:r>
            <a:endParaRPr lang="en-US" sz="54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25" name="TextBox 24">
            <a:extLst>
              <a:ext uri="{FF2B5EF4-FFF2-40B4-BE49-F238E27FC236}">
                <a16:creationId xmlns:a16="http://schemas.microsoft.com/office/drawing/2014/main" id="{E4C1FA25-A872-5437-2A4A-A31B0DD3A49C}"/>
              </a:ext>
            </a:extLst>
          </p:cNvPr>
          <p:cNvSpPr txBox="1"/>
          <p:nvPr/>
        </p:nvSpPr>
        <p:spPr>
          <a:xfrm>
            <a:off x="9479280" y="27135206"/>
            <a:ext cx="11617629" cy="677108"/>
          </a:xfrm>
          <a:prstGeom prst="rect">
            <a:avLst/>
          </a:prstGeom>
          <a:noFill/>
        </p:spPr>
        <p:txBody>
          <a:bodyPr wrap="square" lIns="91440" tIns="45720" rIns="91440" bIns="45720" rtlCol="0" anchor="t">
            <a:spAutoFit/>
          </a:bodyPr>
          <a:lstStyle/>
          <a:p>
            <a:pPr algn="r">
              <a:spcAft>
                <a:spcPts val="1200"/>
              </a:spcAft>
              <a:tabLst>
                <a:tab pos="24070688" algn="l"/>
              </a:tabLst>
            </a:pPr>
            <a:r>
              <a:rPr lang="en-US" sz="3800" b="1" dirty="0">
                <a:latin typeface="Verdana"/>
                <a:ea typeface="Verdana"/>
                <a:cs typeface="Verdana" panose="020B0604030504040204" pitchFamily="34" charset="0"/>
              </a:rPr>
              <a:t>Software Engineering Project 2023</a:t>
            </a:r>
            <a:endParaRPr lang="en-US" sz="3800" b="1" dirty="0">
              <a:latin typeface="Verdana" panose="020B0604030504040204" pitchFamily="34" charset="0"/>
              <a:ea typeface="Verdana" panose="020B0604030504040204" pitchFamily="34" charset="0"/>
              <a:cs typeface="Verdana" panose="020B0604030504040204" pitchFamily="34" charset="0"/>
            </a:endParaRPr>
          </a:p>
        </p:txBody>
      </p:sp>
      <p:pic>
        <p:nvPicPr>
          <p:cNvPr id="2" name="Picture 1" descr="A diagram of a computer&#10;&#10;AI-generated content may be incorrect.">
            <a:extLst>
              <a:ext uri="{FF2B5EF4-FFF2-40B4-BE49-F238E27FC236}">
                <a16:creationId xmlns:a16="http://schemas.microsoft.com/office/drawing/2014/main" id="{0E0E1E12-8012-796E-D67C-644B0B8309CD}"/>
              </a:ext>
            </a:extLst>
          </p:cNvPr>
          <p:cNvPicPr>
            <a:picLocks noChangeAspect="1"/>
          </p:cNvPicPr>
          <p:nvPr/>
        </p:nvPicPr>
        <p:blipFill>
          <a:blip r:embed="rId6"/>
          <a:srcRect l="1284" t="-1189" r="1101" b="-698"/>
          <a:stretch>
            <a:fillRect/>
          </a:stretch>
        </p:blipFill>
        <p:spPr>
          <a:xfrm>
            <a:off x="12047409" y="6705583"/>
            <a:ext cx="8162365" cy="7678024"/>
          </a:xfrm>
          <a:prstGeom prst="rect">
            <a:avLst/>
          </a:prstGeom>
        </p:spPr>
      </p:pic>
      <p:sp>
        <p:nvSpPr>
          <p:cNvPr id="3" name="TextBox 2">
            <a:extLst>
              <a:ext uri="{FF2B5EF4-FFF2-40B4-BE49-F238E27FC236}">
                <a16:creationId xmlns:a16="http://schemas.microsoft.com/office/drawing/2014/main" id="{658A56C2-DD78-895C-3CBA-E56D78634537}"/>
              </a:ext>
            </a:extLst>
          </p:cNvPr>
          <p:cNvSpPr txBox="1"/>
          <p:nvPr/>
        </p:nvSpPr>
        <p:spPr>
          <a:xfrm>
            <a:off x="11019656" y="23902045"/>
            <a:ext cx="4881962" cy="25131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solidFill>
                  <a:schemeClr val="bg1"/>
                </a:solidFill>
                <a:latin typeface="Verdana"/>
                <a:ea typeface="Verdana"/>
              </a:rPr>
              <a:t>Every member of our team made great contributions and was dedicated help in any way that they could.</a:t>
            </a:r>
          </a:p>
          <a:p>
            <a:endParaRPr lang="en-US" sz="1400" dirty="0">
              <a:solidFill>
                <a:schemeClr val="bg1"/>
              </a:solidFill>
              <a:latin typeface="Verdana"/>
              <a:ea typeface="Verdana"/>
            </a:endParaRPr>
          </a:p>
          <a:p>
            <a:r>
              <a:rPr lang="en-US" sz="1400" dirty="0">
                <a:solidFill>
                  <a:schemeClr val="bg1"/>
                </a:solidFill>
                <a:latin typeface="Verdana"/>
                <a:ea typeface="Verdana"/>
              </a:rPr>
              <a:t>Thank you to Prof. Reddig for allowing us access to the robot and guiding us through the project when we got stuck, </a:t>
            </a:r>
            <a:endParaRPr lang="en-US" sz="1400" dirty="0">
              <a:solidFill>
                <a:schemeClr val="bg1"/>
              </a:solidFill>
              <a:ea typeface="Verdana"/>
              <a:cs typeface="Arial"/>
            </a:endParaRPr>
          </a:p>
          <a:p>
            <a:br>
              <a:rPr lang="en-US" sz="1400" dirty="0">
                <a:latin typeface="Verdana"/>
                <a:ea typeface="Verdana"/>
              </a:rPr>
            </a:br>
            <a:r>
              <a:rPr lang="en-US" sz="1400" dirty="0">
                <a:solidFill>
                  <a:schemeClr val="bg1"/>
                </a:solidFill>
                <a:latin typeface="Verdana"/>
                <a:ea typeface="Verdana"/>
              </a:rPr>
              <a:t>Thank you Dr. Wang for teaching Hunter the knowledge needed for designing and making a functioning website</a:t>
            </a:r>
            <a:endParaRPr lang="en-US" sz="1400">
              <a:solidFill>
                <a:schemeClr val="bg1"/>
              </a:solidFill>
              <a:cs typeface="Arial"/>
            </a:endParaRPr>
          </a:p>
        </p:txBody>
      </p:sp>
      <p:sp>
        <p:nvSpPr>
          <p:cNvPr id="4" name="TextBox 3">
            <a:extLst>
              <a:ext uri="{FF2B5EF4-FFF2-40B4-BE49-F238E27FC236}">
                <a16:creationId xmlns:a16="http://schemas.microsoft.com/office/drawing/2014/main" id="{400174E6-E1EC-6462-DB22-6D88897A1CB4}"/>
              </a:ext>
            </a:extLst>
          </p:cNvPr>
          <p:cNvSpPr txBox="1"/>
          <p:nvPr/>
        </p:nvSpPr>
        <p:spPr>
          <a:xfrm>
            <a:off x="16179624" y="23902023"/>
            <a:ext cx="5223034" cy="249299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dirty="0">
                <a:solidFill>
                  <a:schemeClr val="bg1"/>
                </a:solidFill>
                <a:latin typeface="Verdana"/>
                <a:ea typeface="Verdana"/>
                <a:cs typeface="Arial"/>
              </a:rPr>
              <a:t>[1] Elephant Robotics, "</a:t>
            </a:r>
            <a:r>
              <a:rPr lang="en-US" sz="1200" err="1">
                <a:solidFill>
                  <a:schemeClr val="bg1"/>
                </a:solidFill>
                <a:latin typeface="Verdana"/>
                <a:ea typeface="Verdana"/>
                <a:cs typeface="Arial"/>
              </a:rPr>
              <a:t>MyCobot</a:t>
            </a:r>
            <a:r>
              <a:rPr lang="en-US" sz="1200" dirty="0">
                <a:solidFill>
                  <a:schemeClr val="bg1"/>
                </a:solidFill>
                <a:latin typeface="Verdana"/>
                <a:ea typeface="Verdana"/>
                <a:cs typeface="Arial"/>
              </a:rPr>
              <a:t> 280 Pi - 6 DOF Collaborative Robot," Elephant Robotics, Shenzhen, China. [Online]. Available: </a:t>
            </a:r>
            <a:r>
              <a:rPr lang="en-US" sz="1200" dirty="0">
                <a:solidFill>
                  <a:schemeClr val="bg1"/>
                </a:solidFill>
                <a:latin typeface="Verdana"/>
                <a:ea typeface="Verdana"/>
                <a:cs typeface="Arial"/>
                <a:hlinkClick r:id="rId7">
                  <a:extLst>
                    <a:ext uri="{A12FA001-AC4F-418D-AE19-62706E023703}">
                      <ahyp:hlinkClr xmlns:ahyp="http://schemas.microsoft.com/office/drawing/2018/hyperlinkcolor" val="tx"/>
                    </a:ext>
                  </a:extLst>
                </a:hlinkClick>
              </a:rPr>
              <a:t>https://www.elephantrobotics.com/en/mycobot-280-pi-2023/</a:t>
            </a:r>
            <a:endParaRPr lang="en-US" sz="1200" dirty="0">
              <a:solidFill>
                <a:schemeClr val="bg1"/>
              </a:solidFill>
              <a:latin typeface="Verdana"/>
              <a:ea typeface="Verdana"/>
              <a:cs typeface="Arial"/>
            </a:endParaRPr>
          </a:p>
          <a:p>
            <a:r>
              <a:rPr lang="en-US" sz="1200" dirty="0">
                <a:solidFill>
                  <a:schemeClr val="bg1"/>
                </a:solidFill>
                <a:latin typeface="Verdana"/>
                <a:ea typeface="Verdana"/>
                <a:cs typeface="Arial"/>
              </a:rPr>
              <a:t>[2] The PHP Group, "PHP: Hypertext Preprocessor," version 7.0+, 2025. [Online]. Available: </a:t>
            </a:r>
            <a:r>
              <a:rPr lang="en-US" sz="1200" dirty="0">
                <a:solidFill>
                  <a:schemeClr val="bg1"/>
                </a:solidFill>
                <a:latin typeface="Verdana"/>
                <a:ea typeface="Verdana"/>
                <a:cs typeface="Arial"/>
                <a:hlinkClick r:id="rId7">
                  <a:extLst>
                    <a:ext uri="{A12FA001-AC4F-418D-AE19-62706E023703}">
                      <ahyp:hlinkClr xmlns:ahyp="http://schemas.microsoft.com/office/drawing/2018/hyperlinkcolor" val="tx"/>
                    </a:ext>
                  </a:extLst>
                </a:hlinkClick>
              </a:rPr>
              <a:t>https://www.php.net/</a:t>
            </a:r>
            <a:endParaRPr lang="en-US" sz="1200">
              <a:solidFill>
                <a:schemeClr val="bg1"/>
              </a:solidFill>
              <a:latin typeface="Verdana"/>
              <a:ea typeface="Verdana"/>
              <a:hlinkClick r:id="" action="ppaction://noaction">
                <a:extLst>
                  <a:ext uri="{A12FA001-AC4F-418D-AE19-62706E023703}">
                    <ahyp:hlinkClr xmlns:ahyp="http://schemas.microsoft.com/office/drawing/2018/hyperlinkcolor" val="tx"/>
                  </a:ext>
                </a:extLst>
              </a:hlinkClick>
            </a:endParaRPr>
          </a:p>
          <a:p>
            <a:r>
              <a:rPr lang="en-US" sz="1200" dirty="0">
                <a:solidFill>
                  <a:schemeClr val="bg1"/>
                </a:solidFill>
                <a:latin typeface="Verdana"/>
                <a:ea typeface="Verdana"/>
                <a:cs typeface="Arial"/>
              </a:rPr>
              <a:t>[3] Oracle Corporation, "MySQL Database," 2025. [Online]. Available: </a:t>
            </a:r>
            <a:r>
              <a:rPr lang="en-US" sz="1200" dirty="0">
                <a:solidFill>
                  <a:schemeClr val="bg1"/>
                </a:solidFill>
                <a:latin typeface="Verdana"/>
                <a:ea typeface="Verdana"/>
                <a:cs typeface="Arial"/>
                <a:hlinkClick r:id="rId7">
                  <a:extLst>
                    <a:ext uri="{A12FA001-AC4F-418D-AE19-62706E023703}">
                      <ahyp:hlinkClr xmlns:ahyp="http://schemas.microsoft.com/office/drawing/2018/hyperlinkcolor" val="tx"/>
                    </a:ext>
                  </a:extLst>
                </a:hlinkClick>
              </a:rPr>
              <a:t>https://www.mysql.com/</a:t>
            </a:r>
            <a:endParaRPr lang="en-US" sz="1200">
              <a:solidFill>
                <a:schemeClr val="bg1"/>
              </a:solidFill>
              <a:latin typeface="Verdana"/>
              <a:ea typeface="Verdana"/>
              <a:hlinkClick r:id="" action="ppaction://noaction">
                <a:extLst>
                  <a:ext uri="{A12FA001-AC4F-418D-AE19-62706E023703}">
                    <ahyp:hlinkClr xmlns:ahyp="http://schemas.microsoft.com/office/drawing/2018/hyperlinkcolor" val="tx"/>
                  </a:ext>
                </a:extLst>
              </a:hlinkClick>
            </a:endParaRPr>
          </a:p>
          <a:p>
            <a:r>
              <a:rPr lang="en-US" sz="1200">
                <a:solidFill>
                  <a:schemeClr val="bg1"/>
                </a:solidFill>
                <a:latin typeface="Verdana"/>
                <a:ea typeface="Verdana"/>
                <a:cs typeface="Arial"/>
              </a:rPr>
              <a:t>[4] "</a:t>
            </a:r>
            <a:r>
              <a:rPr lang="en-US" sz="1200" err="1">
                <a:solidFill>
                  <a:schemeClr val="bg1"/>
                </a:solidFill>
                <a:latin typeface="Verdana"/>
                <a:ea typeface="Verdana"/>
                <a:cs typeface="Arial"/>
              </a:rPr>
              <a:t>mysql</a:t>
            </a:r>
            <a:r>
              <a:rPr lang="en-US" sz="1200" dirty="0">
                <a:solidFill>
                  <a:schemeClr val="bg1"/>
                </a:solidFill>
                <a:latin typeface="Verdana"/>
                <a:ea typeface="Verdana"/>
                <a:cs typeface="Arial"/>
              </a:rPr>
              <a:t>-connector-python: MySQL driver written in Python," </a:t>
            </a:r>
            <a:r>
              <a:rPr lang="en-US" sz="1200" err="1">
                <a:solidFill>
                  <a:schemeClr val="bg1"/>
                </a:solidFill>
                <a:latin typeface="Verdana"/>
                <a:ea typeface="Verdana"/>
                <a:cs typeface="Arial"/>
              </a:rPr>
              <a:t>PyPI</a:t>
            </a:r>
            <a:r>
              <a:rPr lang="en-US" sz="1200" dirty="0">
                <a:solidFill>
                  <a:schemeClr val="bg1"/>
                </a:solidFill>
                <a:latin typeface="Verdana"/>
                <a:ea typeface="Verdana"/>
                <a:cs typeface="Arial"/>
              </a:rPr>
              <a:t>, 2025. [Online]. Available: </a:t>
            </a:r>
            <a:r>
              <a:rPr lang="en-US" sz="1200" dirty="0">
                <a:solidFill>
                  <a:schemeClr val="bg1"/>
                </a:solidFill>
                <a:latin typeface="Verdana"/>
                <a:ea typeface="Verdana"/>
                <a:cs typeface="Arial"/>
                <a:hlinkClick r:id="rId7">
                  <a:extLst>
                    <a:ext uri="{A12FA001-AC4F-418D-AE19-62706E023703}">
                      <ahyp:hlinkClr xmlns:ahyp="http://schemas.microsoft.com/office/drawing/2018/hyperlinkcolor" val="tx"/>
                    </a:ext>
                  </a:extLst>
                </a:hlinkClick>
              </a:rPr>
              <a:t>https://pypi.org/project/mysql-connector-python/</a:t>
            </a:r>
            <a:endParaRPr lang="en-US" sz="1200">
              <a:solidFill>
                <a:schemeClr val="bg1"/>
              </a:solidFill>
              <a:latin typeface="Verdana"/>
              <a:ea typeface="Verdana"/>
              <a:hlinkClick r:id="" action="ppaction://noaction">
                <a:extLst>
                  <a:ext uri="{A12FA001-AC4F-418D-AE19-62706E023703}">
                    <ahyp:hlinkClr xmlns:ahyp="http://schemas.microsoft.com/office/drawing/2018/hyperlinkcolor" val="tx"/>
                  </a:ext>
                </a:extLst>
              </a:hlinkClick>
            </a:endParaRPr>
          </a:p>
          <a:p>
            <a:r>
              <a:rPr lang="en-US" sz="1200" dirty="0">
                <a:solidFill>
                  <a:schemeClr val="bg1"/>
                </a:solidFill>
                <a:latin typeface="Verdana"/>
                <a:ea typeface="Verdana"/>
                <a:cs typeface="Arial"/>
              </a:rPr>
              <a:t>[5] WinSCP, "WinSCP - Free SFTP, SCP, S3 and FTP client for Windows," 2025. [Online]. Available: </a:t>
            </a:r>
            <a:r>
              <a:rPr lang="en-US" sz="1200" dirty="0">
                <a:solidFill>
                  <a:schemeClr val="bg1"/>
                </a:solidFill>
                <a:latin typeface="Verdana"/>
                <a:ea typeface="Verdana"/>
                <a:cs typeface="Arial"/>
                <a:hlinkClick r:id="rId7">
                  <a:extLst>
                    <a:ext uri="{A12FA001-AC4F-418D-AE19-62706E023703}">
                      <ahyp:hlinkClr xmlns:ahyp="http://schemas.microsoft.com/office/drawing/2018/hyperlinkcolor" val="tx"/>
                    </a:ext>
                  </a:extLst>
                </a:hlinkClick>
              </a:rPr>
              <a:t>https://winscp.net/</a:t>
            </a:r>
            <a:endParaRPr lang="en-US" sz="1200">
              <a:solidFill>
                <a:schemeClr val="bg1"/>
              </a:solidFill>
              <a:latin typeface="Verdana"/>
              <a:ea typeface="Verdana"/>
              <a:hlinkClick r:id="" action="ppaction://noaction">
                <a:extLst>
                  <a:ext uri="{A12FA001-AC4F-418D-AE19-62706E023703}">
                    <ahyp:hlinkClr xmlns:ahyp="http://schemas.microsoft.com/office/drawing/2018/hyperlinkcolor" val="tx"/>
                  </a:ext>
                </a:extLst>
              </a:hlinkClick>
            </a:endParaRPr>
          </a:p>
        </p:txBody>
      </p:sp>
      <p:sp>
        <p:nvSpPr>
          <p:cNvPr id="9" name="TextBox 8">
            <a:extLst>
              <a:ext uri="{FF2B5EF4-FFF2-40B4-BE49-F238E27FC236}">
                <a16:creationId xmlns:a16="http://schemas.microsoft.com/office/drawing/2014/main" id="{12BE7911-04DC-DF72-38CB-F66607827A42}"/>
              </a:ext>
            </a:extLst>
          </p:cNvPr>
          <p:cNvSpPr txBox="1"/>
          <p:nvPr/>
        </p:nvSpPr>
        <p:spPr>
          <a:xfrm>
            <a:off x="430817" y="23119270"/>
            <a:ext cx="10229239"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b="1" dirty="0">
                <a:solidFill>
                  <a:schemeClr val="bg1"/>
                </a:solidFill>
                <a:latin typeface="Verdana"/>
                <a:ea typeface="Verdana"/>
                <a:cs typeface="Arial"/>
              </a:rPr>
              <a:t>Database-Driven Robot Control:</a:t>
            </a:r>
            <a:r>
              <a:rPr lang="en-US" sz="1800" dirty="0">
                <a:solidFill>
                  <a:schemeClr val="bg1"/>
                </a:solidFill>
                <a:latin typeface="Verdana"/>
                <a:ea typeface="Verdana"/>
                <a:cs typeface="Arial"/>
              </a:rPr>
              <a:t> We learned how to use a database and a website to communicate with an external machine.</a:t>
            </a:r>
          </a:p>
          <a:p>
            <a:endParaRPr lang="en-US" sz="1800" dirty="0">
              <a:solidFill>
                <a:schemeClr val="bg1"/>
              </a:solidFill>
              <a:latin typeface="Verdana"/>
              <a:ea typeface="Verdana"/>
              <a:cs typeface="Arial"/>
            </a:endParaRPr>
          </a:p>
          <a:p>
            <a:r>
              <a:rPr lang="en-US" sz="1800" b="1" dirty="0">
                <a:solidFill>
                  <a:schemeClr val="bg1"/>
                </a:solidFill>
                <a:latin typeface="Verdana"/>
                <a:ea typeface="Verdana"/>
                <a:cs typeface="Arial"/>
              </a:rPr>
              <a:t>Identifying Potential Improvements:</a:t>
            </a:r>
            <a:r>
              <a:rPr lang="en-US" sz="1800" dirty="0">
                <a:solidFill>
                  <a:schemeClr val="bg1"/>
                </a:solidFill>
                <a:latin typeface="Verdana"/>
                <a:ea typeface="Verdana"/>
                <a:cs typeface="Arial"/>
              </a:rPr>
              <a:t> We learned how to accurately identify when something could end up becoming a problem later in the project lifecycle, and how to fix these potential issues sooner rather than later.</a:t>
            </a:r>
          </a:p>
          <a:p>
            <a:endParaRPr lang="en-US" sz="1800" dirty="0">
              <a:solidFill>
                <a:schemeClr val="bg1"/>
              </a:solidFill>
              <a:latin typeface="Verdana"/>
              <a:ea typeface="Verdana"/>
              <a:cs typeface="Arial"/>
            </a:endParaRPr>
          </a:p>
          <a:p>
            <a:r>
              <a:rPr lang="en-US" sz="1800" b="1" dirty="0">
                <a:solidFill>
                  <a:schemeClr val="bg1"/>
                </a:solidFill>
                <a:latin typeface="Verdana"/>
                <a:ea typeface="Verdana"/>
                <a:cs typeface="Arial"/>
              </a:rPr>
              <a:t>Working in a Team: </a:t>
            </a:r>
            <a:r>
              <a:rPr lang="en-US" sz="1800" dirty="0">
                <a:solidFill>
                  <a:schemeClr val="bg1"/>
                </a:solidFill>
                <a:latin typeface="Verdana"/>
                <a:ea typeface="Verdana"/>
                <a:cs typeface="Arial"/>
              </a:rPr>
              <a:t>Teamwork is one of the most important skills someone can have. Through this project we had to communicate effectively with each other so that our CS people can understand the engineering side of our project, and the engineers understand the CS side of our project</a:t>
            </a:r>
            <a:endParaRPr lang="en-US" sz="1800" b="1" dirty="0">
              <a:solidFill>
                <a:schemeClr val="bg1"/>
              </a:solidFill>
              <a:latin typeface="Verdana"/>
              <a:ea typeface="Verdana"/>
              <a:cs typeface="Aria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EFA95D5A453204B82B388E0EAEB7722" ma:contentTypeVersion="17" ma:contentTypeDescription="Create a new document." ma:contentTypeScope="" ma:versionID="dda70ad3042d19a9677b7138053d1fa9">
  <xsd:schema xmlns:xsd="http://www.w3.org/2001/XMLSchema" xmlns:xs="http://www.w3.org/2001/XMLSchema" xmlns:p="http://schemas.microsoft.com/office/2006/metadata/properties" xmlns:ns2="fab6ae7d-06c6-440f-bba1-9caa7231207d" xmlns:ns3="c875c36d-ac51-4e84-9442-bee5089cbcea" targetNamespace="http://schemas.microsoft.com/office/2006/metadata/properties" ma:root="true" ma:fieldsID="98010f272a5ba5ef2e8b4481ca434998" ns2:_="" ns3:_="">
    <xsd:import namespace="fab6ae7d-06c6-440f-bba1-9caa7231207d"/>
    <xsd:import namespace="c875c36d-ac51-4e84-9442-bee5089cbcea"/>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ediaServiceDateTaken" minOccurs="0"/>
                <xsd:element ref="ns3:SharedWithUsers" minOccurs="0"/>
                <xsd:element ref="ns3:SharedWithDetails" minOccurs="0"/>
                <xsd:element ref="ns2:MediaServiceLocation" minOccurs="0"/>
                <xsd:element ref="ns2:lcf76f155ced4ddcb4097134ff3c332f" minOccurs="0"/>
                <xsd:element ref="ns3:TaxCatchAll" minOccurs="0"/>
                <xsd:element ref="ns2:MediaLengthInSecond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ab6ae7d-06c6-440f-bba1-9caa7231207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6b4d52c6-c4b0-46c1-b394-80ad7ac9603b" ma:termSetId="09814cd3-568e-fe90-9814-8d621ff8fb84" ma:anchorId="fba54fb3-c3e1-fe81-a776-ca4b69148c4d" ma:open="true" ma:isKeyword="false">
      <xsd:complexType>
        <xsd:sequence>
          <xsd:element ref="pc:Terms" minOccurs="0" maxOccurs="1"/>
        </xsd:sequence>
      </xsd:complexType>
    </xsd:element>
    <xsd:element name="MediaLengthInSeconds" ma:index="23" nillable="true" ma:displayName="MediaLengthInSeconds" ma:hidden="true" ma:internalName="MediaLengthInSeconds" ma:readOnly="true">
      <xsd:simpleType>
        <xsd:restriction base="dms:Unknown"/>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875c36d-ac51-4e84-9442-bee5089cbcea"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c3b81428-a98e-4101-865d-41651c737e0e}" ma:internalName="TaxCatchAll" ma:showField="CatchAllData" ma:web="c875c36d-ac51-4e84-9442-bee5089cbce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c875c36d-ac51-4e84-9442-bee5089cbcea" xsi:nil="true"/>
    <lcf76f155ced4ddcb4097134ff3c332f xmlns="fab6ae7d-06c6-440f-bba1-9caa7231207d">
      <Terms xmlns="http://schemas.microsoft.com/office/infopath/2007/PartnerControls"/>
    </lcf76f155ced4ddcb4097134ff3c332f>
    <MediaLengthInSeconds xmlns="fab6ae7d-06c6-440f-bba1-9caa7231207d" xsi:nil="true"/>
    <SharedWithUsers xmlns="c875c36d-ac51-4e84-9442-bee5089cbcea">
      <UserInfo>
        <DisplayName/>
        <AccountId xsi:nil="true"/>
        <AccountType/>
      </UserInfo>
    </SharedWithUsers>
  </documentManagement>
</p:properties>
</file>

<file path=customXml/itemProps1.xml><?xml version="1.0" encoding="utf-8"?>
<ds:datastoreItem xmlns:ds="http://schemas.openxmlformats.org/officeDocument/2006/customXml" ds:itemID="{EA638ADA-06DF-45AB-BFB2-D0D6F294C0ED}">
  <ds:schemaRefs>
    <ds:schemaRef ds:uri="http://schemas.microsoft.com/sharepoint/v3/contenttype/forms"/>
  </ds:schemaRefs>
</ds:datastoreItem>
</file>

<file path=customXml/itemProps2.xml><?xml version="1.0" encoding="utf-8"?>
<ds:datastoreItem xmlns:ds="http://schemas.openxmlformats.org/officeDocument/2006/customXml" ds:itemID="{32646343-FA08-41DE-B0D1-4C7CF84D715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ab6ae7d-06c6-440f-bba1-9caa7231207d"/>
    <ds:schemaRef ds:uri="c875c36d-ac51-4e84-9442-bee5089cbce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A28B7BE-1EEF-4846-B0EC-E672D97B7FFD}">
  <ds:schemaRefs>
    <ds:schemaRef ds:uri="http://schemas.microsoft.com/office/2006/metadata/properties"/>
    <ds:schemaRef ds:uri="http://schemas.microsoft.com/office/infopath/2007/PartnerControls"/>
    <ds:schemaRef ds:uri="c875c36d-ac51-4e84-9442-bee5089cbcea"/>
    <ds:schemaRef ds:uri="fab6ae7d-06c6-440f-bba1-9caa7231207d"/>
  </ds:schemaRefs>
</ds:datastoreItem>
</file>

<file path=docProps/app.xml><?xml version="1.0" encoding="utf-8"?>
<Properties xmlns="http://schemas.openxmlformats.org/officeDocument/2006/extended-properties" xmlns:vt="http://schemas.openxmlformats.org/officeDocument/2006/docPropsVTypes">
  <TotalTime>5646</TotalTime>
  <Words>541</Words>
  <Application>Microsoft Office PowerPoint</Application>
  <PresentationFormat>Custom</PresentationFormat>
  <Paragraphs>37</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Company>Elizabethtown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degoedek</dc:creator>
  <cp:lastModifiedBy>Reddig, Nancy</cp:lastModifiedBy>
  <cp:revision>182</cp:revision>
  <dcterms:created xsi:type="dcterms:W3CDTF">2008-04-17T15:23:35Z</dcterms:created>
  <dcterms:modified xsi:type="dcterms:W3CDTF">2025-12-11T15:07:37Z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0x0101008EFA95D5A453204B82B388E0EAEB7722</vt:lpwstr>
  </property>
  <property fmtid="{D5CDD505-2E9C-101B-9397-08002B2CF9AE}" pid="3" name="xd_ProgID">
    <vt:lpwstr/>
  </property>
  <property fmtid="{D5CDD505-2E9C-101B-9397-08002B2CF9AE}" pid="4" name="MediaServiceImageTags">
    <vt:lpwstr/>
  </property>
  <property fmtid="{D5CDD505-2E9C-101B-9397-08002B2CF9AE}" pid="5" name="_SourceUrl">
    <vt:lpwstr/>
  </property>
  <property fmtid="{D5CDD505-2E9C-101B-9397-08002B2CF9AE}" pid="6" name="_SharedFileIndex">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y fmtid="{D5CDD505-2E9C-101B-9397-08002B2CF9AE}" pid="11" name="xd_Signature">
    <vt:bool>false</vt:bool>
  </property>
</Properties>
</file>